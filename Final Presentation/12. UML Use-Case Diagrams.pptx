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668"/>
  </p:normalViewPr>
  <p:slideViewPr>
    <p:cSldViewPr snapToGrid="0">
      <p:cViewPr varScale="1">
        <p:scale>
          <a:sx n="91" d="100"/>
          <a:sy n="91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F5764-BEFA-06E7-F912-A79E30ED5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1B428-12CF-77F3-D8ED-9C6D61DB8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7E2FF-C43D-F52C-9CCE-069373803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5190-3DB2-C844-A5EA-C668EDADBD6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7194-103F-376D-CE56-A0D171C4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6C98C-33B3-B242-51C7-E361EC5C4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14A0F-D1D5-724E-B895-B19F174C7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9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9568C-31F8-00CB-E82C-1E63AAE00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DCDAB-5AF6-AA2D-E8C7-B9C5383CF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BD42F-8B75-7DC8-4941-40865747F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5190-3DB2-C844-A5EA-C668EDADBD6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2B901-3F91-5FF9-8BA5-6FDD385D1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8DE6F-7CDF-F334-4B80-069181637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14A0F-D1D5-724E-B895-B19F174C7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97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3381A-9C0B-0437-F06B-375D77A4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B5633-1825-C410-04C9-8336FEC0E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E4644-E446-859D-843B-674A3CC20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5190-3DB2-C844-A5EA-C668EDADBD6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C1263-4C4A-98C4-C9FC-C2A206EE5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9171F-43AC-6B16-F55F-39B6F0661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14A0F-D1D5-724E-B895-B19F174C7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15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D75F-7958-2A26-9DB6-5DDBCE1A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4A30B-A22A-D92D-7E53-265D7734A5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8A3F84-34EA-43AC-C46D-8DE9B5F42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5D70A-0A3C-7C0D-E6A3-6EE2C7DAD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5190-3DB2-C844-A5EA-C668EDADBD6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F9C4D-5774-CC1D-22AA-7DE0021BA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A97AF-F2BA-24AB-4533-7C54BA8E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14A0F-D1D5-724E-B895-B19F174C7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6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6AA3B-36D9-CE4C-28CA-CF32B0A79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693F9-68DF-02CD-60D3-5B4EDFEF1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15B92-A8AC-90B5-BB2F-FD720A02E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C1D6AB-F626-00DD-8F3E-FE2EE641D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8FF4F0-DD8F-C60C-9E0C-26FD5F5D4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D8B4F1-229E-8E93-2892-2382E207D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5190-3DB2-C844-A5EA-C668EDADBD6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2A31C9-DADF-697A-C7BD-73061CF24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0C4B78-536B-05FA-A28B-0C0D89B3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14A0F-D1D5-724E-B895-B19F174C7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62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823B3-34DA-3D01-B4DD-9B8AD122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7748A-05D4-FB0D-EA65-E637E895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5190-3DB2-C844-A5EA-C668EDADBD6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C8071F-2B8B-7013-DB7D-B2623FDA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3A9EA-7A4C-23D8-51EA-0A206FADC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14A0F-D1D5-724E-B895-B19F174C7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3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687F68-B748-35FF-D361-F5584255D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5190-3DB2-C844-A5EA-C668EDADBD6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86EDC-4C57-3F11-ECE5-EC653632B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C9282-D1E2-8754-D7A1-0C05BCB6A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14A0F-D1D5-724E-B895-B19F174C7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07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3ACD-0EC5-083E-DC86-6FE98A2C3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F3C66-9CBF-6B34-CD67-62B6FEC4A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AE72B-4C4D-200B-26ED-30BF0DFD9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90222-69CE-153D-FD23-5B8D639D7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5190-3DB2-C844-A5EA-C668EDADBD6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CA0B3-7533-3287-6DBB-3C9D48F49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AD52A-F70E-37BD-8A4B-969EF06B2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14A0F-D1D5-724E-B895-B19F174C7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73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F7329-0DCD-9D55-BD05-DD602A689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D51760-6821-F7E2-1E66-13BB7F07CC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B9608-85EA-22FE-7509-E6321788A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7C5E9-F9AA-550A-FA92-513842D74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5190-3DB2-C844-A5EA-C668EDADBD6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CD7D8-700A-B896-3C7C-4C5B0FE76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D3D93-51B3-5D21-6142-EE467102A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14A0F-D1D5-724E-B895-B19F174C7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916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1EF65-0018-AD64-B52B-772286D23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E8C78-549F-C922-4EE5-83E8E3244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5827E-05B0-962D-7725-383A35FE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5190-3DB2-C844-A5EA-C668EDADBD6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1C972-8E4E-ADC4-01B4-1CE8E936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0577A-958C-DC64-086F-5CBB52AB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14A0F-D1D5-724E-B895-B19F174C7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82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3F758A-B802-EEE3-31AF-A188C777D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34E5CB-9C2A-A17A-609C-03476539F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B7E71-D864-9464-4013-DDDA19357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5190-3DB2-C844-A5EA-C668EDADBD6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044F2-CD35-CD4F-8DB9-C04C478D1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FA12A-3F29-1F3C-D5A8-A37D9199C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14A0F-D1D5-724E-B895-B19F174C7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67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696F71-7557-8474-A1D9-B5B96BADF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85C28-C621-62F8-5437-8F55C532F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74D5B-ADE8-3F51-07B5-881C678C31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15190-3DB2-C844-A5EA-C668EDADBD6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65EF4-5B31-4A9F-4017-C7A052AA3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FFE69-55F3-7C39-6E91-954AABF7D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614A0F-D1D5-724E-B895-B19F174C7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90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27BFAE-5A0C-9C21-A71D-08D0BD373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716" y="955309"/>
            <a:ext cx="7074568" cy="2898975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rgbClr val="FFFFFF"/>
                </a:solidFill>
              </a:rPr>
              <a:t>F1nance – Use Case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4FD300-C1C0-9395-14F5-91E943383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4916" y="4533813"/>
            <a:ext cx="6930189" cy="938463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306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A79B21-6569-E0CC-FC5F-FCA0875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5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0C6F1-3638-CDF5-4285-1A5323023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kern="1200">
                <a:latin typeface="+mn-lt"/>
                <a:ea typeface="+mn-ea"/>
                <a:cs typeface="+mn-cs"/>
              </a:rPr>
              <a:t>Account Management</a:t>
            </a:r>
          </a:p>
        </p:txBody>
      </p:sp>
      <p:pic>
        <p:nvPicPr>
          <p:cNvPr id="7" name="Picture 6" descr="A diagram of a user account management&#10;&#10;AI-generated content may be incorrect.">
            <a:extLst>
              <a:ext uri="{FF2B5EF4-FFF2-40B4-BE49-F238E27FC236}">
                <a16:creationId xmlns:a16="http://schemas.microsoft.com/office/drawing/2014/main" id="{ACC0496F-3EE9-991D-F542-CBB55F29D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859" y="640080"/>
            <a:ext cx="6740593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51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8E9802-264D-FFC2-4218-863F7A68E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endParaRPr lang="en-US" sz="540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7E4F3-ACA7-A0C9-79EE-175AC2E8D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Budget Tracking</a:t>
            </a: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6A6825F0-98E0-366C-57C7-9C18A070C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67513"/>
            <a:ext cx="6903720" cy="552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817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D027DE-E9FB-E117-B602-42A1DC627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endParaRPr lang="en-US" sz="5400"/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699C1-FE17-D874-2F7E-568A854F4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AI Advising &amp; Financial Literacy</a:t>
            </a: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82384725-1119-C434-D97D-893F2D72A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805587"/>
            <a:ext cx="6903720" cy="52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627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57F72C-6C25-602C-7B0B-2DF568E6A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endParaRPr lang="en-US" sz="540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6DB12-926D-0A24-C983-1B8BDF8AB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Tax Compliance</a:t>
            </a:r>
          </a:p>
        </p:txBody>
      </p:sp>
      <p:pic>
        <p:nvPicPr>
          <p:cNvPr id="7" name="Picture 6" descr="A diagram of a company's tax&#10;&#10;AI-generated content may be incorrect.">
            <a:extLst>
              <a:ext uri="{FF2B5EF4-FFF2-40B4-BE49-F238E27FC236}">
                <a16:creationId xmlns:a16="http://schemas.microsoft.com/office/drawing/2014/main" id="{A676A4D5-5821-ABAE-A36D-06F37D55E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900512"/>
            <a:ext cx="6903720" cy="505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997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2240FB-9E8B-6498-1732-764B1B303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endParaRPr lang="en-US" sz="540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12610-1BA5-2C3E-A493-AE86CA874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Support &amp; Operations</a:t>
            </a:r>
          </a:p>
        </p:txBody>
      </p:sp>
      <p:pic>
        <p:nvPicPr>
          <p:cNvPr id="7" name="Picture 6" descr="A diagram of a customer support&#10;&#10;AI-generated content may be incorrect.">
            <a:extLst>
              <a:ext uri="{FF2B5EF4-FFF2-40B4-BE49-F238E27FC236}">
                <a16:creationId xmlns:a16="http://schemas.microsoft.com/office/drawing/2014/main" id="{011D0770-D06A-835D-AC12-45EFEA278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408" y="640080"/>
            <a:ext cx="6129495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774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19</Words>
  <Application>Microsoft Macintosh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F1nance – Use Case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Chothani, Deep Vallabhabhai</dc:creator>
  <cp:lastModifiedBy>Chothani, Deep Vallabhabhai</cp:lastModifiedBy>
  <cp:revision>2</cp:revision>
  <dcterms:created xsi:type="dcterms:W3CDTF">2025-10-29T18:40:37Z</dcterms:created>
  <dcterms:modified xsi:type="dcterms:W3CDTF">2025-10-29T19:05:21Z</dcterms:modified>
</cp:coreProperties>
</file>