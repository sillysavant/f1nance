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2" autoAdjust="0"/>
    <p:restoredTop sz="94632"/>
  </p:normalViewPr>
  <p:slideViewPr>
    <p:cSldViewPr snapToGrid="0">
      <p:cViewPr varScale="1">
        <p:scale>
          <a:sx n="111" d="100"/>
          <a:sy n="111" d="100"/>
        </p:scale>
        <p:origin x="6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FA13-0A5B-3786-7089-49FCEBF65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402965-8A44-D42A-F821-F8E722C3C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A8B12-C01A-0732-CD77-E5186E3E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D95C7-28ED-3406-86FF-BB0B9E97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C9B65-F217-A1A6-1EEC-6FD27EC5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830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98F9-09F4-D1E5-41A4-CAC6F7435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F00A6-4939-17ED-71D1-7DC098CE3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81E9F-646C-075C-131C-32615D04F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6886B-BBAF-47F8-8350-26EAF92E0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8935D-5698-4E8E-607C-EA490C71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96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A2543-1643-5B87-76E8-98BA6CB25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4FB43-9A49-7E03-43DD-B455C55F6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33733-4A24-0C99-B5F6-EA5198AB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BF006-8F00-2FB9-B846-31A1EBC2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A0C23-CF4F-1E60-367B-B2DA0F8D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76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514A-893F-CE8B-B9BC-7BB75B27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69518-2CF0-F012-1761-D4FA55A90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10844-A903-3767-DA15-5E08F5BFE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1AD11-A5A4-5333-0F5E-4F9D120A4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4AE5F-092D-5B8C-708E-EC4B656B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03739-587C-BF01-0B8C-FBB4CF1B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690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0FB6A-8E25-B24A-C763-9555BF42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D1EB7-058E-AC66-42B3-2EB5407DB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4C000-F77B-1E41-5613-030C7B834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A23AB-E89C-D314-959A-9D1F99500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9CB880-111F-CA88-C50E-858BF3D0B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ADFDB6-8638-A1C7-26D0-D96A031C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F0704A-F7D4-A6E3-3A78-35F1C8AA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53D9B7-49E3-78A3-104A-A7A66162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C175-1177-022F-D773-AD8171E81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087C0-E9C7-1739-E293-3369EBDA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D42129-ED85-3A41-FA05-B29EE7197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129D3-6294-69E3-ADDA-A94D5624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19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AEC67-DD8F-7109-441C-15A8F9314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042C4F-25E9-546E-3857-BD32DCE29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5FC8A-1214-1223-B366-C6C9AE79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94FA3-EE74-CDB8-5F6F-9919C605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7FE8A-ED01-FE51-1682-9BF57BABE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1CAA7-916B-4959-0B6F-640FA9EC5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FCCA7-2962-0633-AEE3-053F3412D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8362F-5E48-DA62-4540-830B6F266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58B52-E0A6-C50F-C9A9-40A0296A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720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A3A91-7B2E-ABF1-B07A-164FA411C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8C15E4-8AC2-5A9F-B157-7666449B0F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5C356-8A63-D133-E3D4-ED07FA34A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82DBB-DB37-D060-4A3D-BAF9BEC67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7EA70-7737-F790-EBEB-B7DBFBDD5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5860F-E4CD-EFC2-7375-70353E24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96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5E315-2E50-E91E-6ECD-08AEA06DB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24EBC-CB00-0CA5-CA30-D8079FAD3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3BAD2-AE5D-E627-25DC-E2276EED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E7B20-2100-3EF1-627E-1A0C0A46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86B01-6D26-461E-6E89-55DB75A5F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40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3EC100-B1AF-C7F0-2DFB-698F8CBB7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97AB1-D3C7-F802-92D1-E2B9F29A7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D4DF2-EA1B-E81E-2DA4-A535369C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63DF6-BFCF-1D6B-C30F-5BBE66991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B434B-741B-55EE-8F61-E7B2E87D1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35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E33F-C66B-AC12-5330-28457BDF4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C2447-8009-13CC-4CED-C4366439E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EFFE8-40B9-0C55-C65A-6692307F1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808E6-9DF3-4963-9214-5715920EE67A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DFB18-EFA7-0394-FFDD-049BD304F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82C72-07DD-45FC-2508-13D891353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1E3-D330-479D-B65A-3B95E3027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8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7B1E-9A2C-331C-FA9C-C7E0CB1C90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UML Class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512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F5D64C-32C6-57DF-23AB-4AB464F4C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59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09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UML Class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 11 PRO</dc:creator>
  <cp:lastModifiedBy>Chothani, Deep Vallabhabhai</cp:lastModifiedBy>
  <cp:revision>9</cp:revision>
  <dcterms:created xsi:type="dcterms:W3CDTF">2025-11-05T06:40:38Z</dcterms:created>
  <dcterms:modified xsi:type="dcterms:W3CDTF">2025-11-26T18:48:23Z</dcterms:modified>
</cp:coreProperties>
</file>