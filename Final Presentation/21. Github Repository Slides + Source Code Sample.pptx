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Geo"/>
      <p:regular r:id="rId28"/>
      <p: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Ge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Ge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0d398da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b0d398dac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eo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17" name="Google Shape;17;p2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eo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45" name="Google Shape;45;p6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eo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53" name="Google Shape;53;p7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9"/>
          <p:cNvSpPr txBox="1"/>
          <p:nvPr>
            <p:ph idx="4" type="body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2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4" name="Google Shape;94;p13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  <a:defRPr b="0" i="0" sz="4600" u="none" cap="none" strike="noStrike">
                <a:solidFill>
                  <a:srgbClr val="3F3F3F"/>
                </a:solidFill>
                <a:latin typeface="Geo"/>
                <a:ea typeface="Geo"/>
                <a:cs typeface="Geo"/>
                <a:sym typeface="Ge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  <a:defRPr b="0" i="0" sz="4600" u="none" cap="none" strike="noStrike">
                <a:solidFill>
                  <a:srgbClr val="3F3F3F"/>
                </a:solidFill>
                <a:latin typeface="Geo"/>
                <a:ea typeface="Geo"/>
                <a:cs typeface="Geo"/>
                <a:sym typeface="Ge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600"/>
              <a:buFont typeface="Geo"/>
              <a:buNone/>
              <a:defRPr b="0" i="0" sz="4600" u="none" cap="none" strike="noStrike">
                <a:solidFill>
                  <a:srgbClr val="FEFEFE"/>
                </a:solidFill>
                <a:latin typeface="Geo"/>
                <a:ea typeface="Geo"/>
                <a:cs typeface="Geo"/>
                <a:sym typeface="Ge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6" name="Google Shape;106;p14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6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6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>
            <p:ph type="ctrTitle"/>
          </p:nvPr>
        </p:nvSpPr>
        <p:spPr>
          <a:xfrm>
            <a:off x="4995813" y="1666656"/>
            <a:ext cx="7100937" cy="10224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b="1" lang="en-US" sz="53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F1nance</a:t>
            </a:r>
            <a:br>
              <a:rPr lang="en-US" sz="53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19601" t="0"/>
          <a:stretch/>
        </p:blipFill>
        <p:spPr>
          <a:xfrm>
            <a:off x="20" y="10"/>
            <a:ext cx="4580077" cy="64007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16"/>
          <p:cNvCxnSpPr/>
          <p:nvPr/>
        </p:nvCxnSpPr>
        <p:spPr>
          <a:xfrm>
            <a:off x="5242903" y="1917852"/>
            <a:ext cx="59436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6"/>
          <p:cNvSpPr txBox="1"/>
          <p:nvPr/>
        </p:nvSpPr>
        <p:spPr>
          <a:xfrm>
            <a:off x="5172074" y="2023963"/>
            <a:ext cx="5983606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2:</a:t>
            </a:r>
            <a:endParaRPr/>
          </a:p>
          <a:p>
            <a:pPr indent="0" lvl="0" marL="0" marR="0" rtl="0" algn="l"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Venkata Padmavathi Dhanakudharam | Sai Swaroop Manne | Sai Gnandeep Vangapandu | Kavya Sri Myakala | Vinay Suhaas Gandi | Shivani Nallu | Mounika Musuku | Aasmeen Shaik | Vinh Long Tran | Deep Vallabhabhai Chothani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Agenda</a:t>
            </a:r>
            <a:endParaRPr/>
          </a:p>
        </p:txBody>
      </p:sp>
      <p:cxnSp>
        <p:nvCxnSpPr>
          <p:cNvPr id="131" name="Google Shape;131;p17"/>
          <p:cNvCxnSpPr/>
          <p:nvPr/>
        </p:nvCxnSpPr>
        <p:spPr>
          <a:xfrm>
            <a:off x="1193532" y="1910746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17"/>
          <p:cNvGrpSpPr/>
          <p:nvPr/>
        </p:nvGrpSpPr>
        <p:grpSpPr>
          <a:xfrm>
            <a:off x="1228226" y="2436146"/>
            <a:ext cx="9927453" cy="3041582"/>
            <a:chOff x="130946" y="327945"/>
            <a:chExt cx="9927453" cy="3041582"/>
          </a:xfrm>
        </p:grpSpPr>
        <p:sp>
          <p:nvSpPr>
            <p:cNvPr id="134" name="Google Shape;134;p17"/>
            <p:cNvSpPr/>
            <p:nvPr/>
          </p:nvSpPr>
          <p:spPr>
            <a:xfrm>
              <a:off x="616949" y="327945"/>
              <a:ext cx="1818562" cy="1818562"/>
            </a:xfrm>
            <a:prstGeom prst="ellipse">
              <a:avLst/>
            </a:prstGeom>
            <a:solidFill>
              <a:srgbClr val="EB57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1004512" y="715507"/>
              <a:ext cx="1043437" cy="104343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130946" y="2649527"/>
              <a:ext cx="29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130946" y="2649527"/>
              <a:ext cx="29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lang="en-US" sz="1400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GITHUB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Repo structure | Prerequisites | Installation</a:t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4119918" y="327945"/>
              <a:ext cx="1818562" cy="1818562"/>
            </a:xfrm>
            <a:prstGeom prst="ellipse">
              <a:avLst/>
            </a:prstGeom>
            <a:solidFill>
              <a:srgbClr val="D2B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4507481" y="715507"/>
              <a:ext cx="1043437" cy="104343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3508404" y="2435356"/>
              <a:ext cx="29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3508404" y="2435356"/>
              <a:ext cx="29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Snippets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Frontend | Backend</a:t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7622887" y="327945"/>
              <a:ext cx="1818562" cy="181856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8010450" y="715507"/>
              <a:ext cx="1043437" cy="104343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7077149" y="2649527"/>
              <a:ext cx="29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7077149" y="2649527"/>
              <a:ext cx="29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rebuchet MS"/>
                <a:buNone/>
              </a:pPr>
              <a:r>
                <a:rPr lang="en-US" sz="1400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DEPLOYMENT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lang="en-US" sz="1400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JENKINS</a:t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294222" y="1044685"/>
            <a:ext cx="11697481" cy="22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Github URL: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5765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sz="4800" u="sng">
                <a:latin typeface="Times New Roman"/>
                <a:ea typeface="Times New Roman"/>
                <a:cs typeface="Times New Roman"/>
                <a:sym typeface="Times New Roman"/>
              </a:rPr>
              <a:t>https://github.com/sillysavant/f1nance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103632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Repo Structure</a:t>
            </a:r>
            <a:endParaRPr/>
          </a:p>
        </p:txBody>
      </p:sp>
      <p:cxnSp>
        <p:nvCxnSpPr>
          <p:cNvPr id="157" name="Google Shape;157;p19"/>
          <p:cNvCxnSpPr/>
          <p:nvPr/>
        </p:nvCxnSpPr>
        <p:spPr>
          <a:xfrm>
            <a:off x="1106573" y="1895846"/>
            <a:ext cx="978408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Document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509" y="2472903"/>
            <a:ext cx="3031484" cy="303148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>
            <p:ph idx="1" type="body"/>
          </p:nvPr>
        </p:nvSpPr>
        <p:spPr>
          <a:xfrm>
            <a:off x="4706460" y="2108201"/>
            <a:ext cx="638826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3350">
            <a:norm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 F1nance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-Final-Presentation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172210" rtl="0" algn="l">
              <a:lnSpc>
                <a:spcPct val="110000"/>
              </a:lnSpc>
              <a:spcBef>
                <a:spcPts val="88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Contains all the approved deliverables and final documents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114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 F1nance</a:t>
            </a:r>
            <a:endParaRPr/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Frontend - client repo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 F1nance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-Backend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0000"/>
              </a:lnSpc>
              <a:spcBef>
                <a:spcPts val="126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Backend - server repo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0"/>
          <p:cNvSpPr/>
          <p:nvPr/>
        </p:nvSpPr>
        <p:spPr>
          <a:xfrm>
            <a:off x="1507" y="4915076"/>
            <a:ext cx="12188952" cy="194292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 txBox="1"/>
          <p:nvPr>
            <p:ph type="title"/>
          </p:nvPr>
        </p:nvSpPr>
        <p:spPr>
          <a:xfrm>
            <a:off x="828675" y="5120639"/>
            <a:ext cx="7137263" cy="128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Geo"/>
              <a:buNone/>
            </a:pPr>
            <a:r>
              <a:rPr lang="en-US" sz="4100">
                <a:solidFill>
                  <a:srgbClr val="FFFFFF"/>
                </a:solidFill>
              </a:rPr>
              <a:t>Repo Structure (Client - Frontend)</a:t>
            </a:r>
            <a:endParaRPr/>
          </a:p>
        </p:txBody>
      </p:sp>
      <p:cxnSp>
        <p:nvCxnSpPr>
          <p:cNvPr id="169" name="Google Shape;169;p20"/>
          <p:cNvCxnSpPr/>
          <p:nvPr/>
        </p:nvCxnSpPr>
        <p:spPr>
          <a:xfrm rot="-5400000">
            <a:off x="7532813" y="5760720"/>
            <a:ext cx="11887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57" y="18754"/>
            <a:ext cx="12055885" cy="4981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21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1"/>
          <p:cNvSpPr/>
          <p:nvPr/>
        </p:nvSpPr>
        <p:spPr>
          <a:xfrm>
            <a:off x="1507" y="4915076"/>
            <a:ext cx="12188952" cy="194292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>
            <p:ph type="title"/>
          </p:nvPr>
        </p:nvSpPr>
        <p:spPr>
          <a:xfrm>
            <a:off x="828675" y="5120639"/>
            <a:ext cx="7137263" cy="128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Geo"/>
              <a:buNone/>
            </a:pPr>
            <a:r>
              <a:rPr lang="en-US" sz="4100">
                <a:solidFill>
                  <a:srgbClr val="FFFFFF"/>
                </a:solidFill>
              </a:rPr>
              <a:t>Repo Structure (Server - Backend)</a:t>
            </a:r>
            <a:endParaRPr/>
          </a:p>
        </p:txBody>
      </p:sp>
      <p:cxnSp>
        <p:nvCxnSpPr>
          <p:cNvPr id="179" name="Google Shape;179;p21"/>
          <p:cNvCxnSpPr/>
          <p:nvPr/>
        </p:nvCxnSpPr>
        <p:spPr>
          <a:xfrm rot="-5400000">
            <a:off x="7532813" y="5760720"/>
            <a:ext cx="11887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19" cy="491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259080" y="-275372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Repo Structure (Final Deliverables)</a:t>
            </a:r>
            <a:endParaRPr/>
          </a:p>
        </p:txBody>
      </p:sp>
      <p:pic>
        <p:nvPicPr>
          <p:cNvPr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57301"/>
            <a:ext cx="12192000" cy="56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722010" y="128923"/>
            <a:ext cx="10058400" cy="1615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5650">
            <a:spAutoFit/>
          </a:bodyPr>
          <a:lstStyle/>
          <a:p>
            <a:pPr indent="0" lvl="0" marL="217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Geo"/>
              <a:buNone/>
            </a:pPr>
            <a:r>
              <a:rPr lang="en-US" sz="6000"/>
              <a:t>Installation guide</a:t>
            </a:r>
            <a:endParaRPr sz="6000"/>
          </a:p>
        </p:txBody>
      </p:sp>
      <p:grpSp>
        <p:nvGrpSpPr>
          <p:cNvPr id="192" name="Google Shape;192;p23"/>
          <p:cNvGrpSpPr/>
          <p:nvPr/>
        </p:nvGrpSpPr>
        <p:grpSpPr>
          <a:xfrm>
            <a:off x="2166094" y="2578323"/>
            <a:ext cx="5304320" cy="2302328"/>
            <a:chOff x="2558795" y="2723388"/>
            <a:chExt cx="13114020" cy="4895087"/>
          </a:xfrm>
        </p:grpSpPr>
        <p:pic>
          <p:nvPicPr>
            <p:cNvPr id="193" name="Google Shape;193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58795" y="6906767"/>
              <a:ext cx="774192" cy="711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011400" y="2723388"/>
              <a:ext cx="661415" cy="705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21424" y="2723388"/>
              <a:ext cx="513587" cy="705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997183" y="6944867"/>
              <a:ext cx="425196" cy="6355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23"/>
          <p:cNvSpPr txBox="1"/>
          <p:nvPr/>
        </p:nvSpPr>
        <p:spPr>
          <a:xfrm>
            <a:off x="154912" y="4581750"/>
            <a:ext cx="4201795" cy="1207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244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Clone the Repo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" marR="0" rtl="0" algn="ctr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clone &lt;url&gt;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5146450" y="4880651"/>
            <a:ext cx="4060098" cy="1057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78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folder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680" lvl="0" marL="3733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the command [ npm install ]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680" lvl="0" marL="3733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then [ npm start ]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6096000" y="2825666"/>
            <a:ext cx="4995545" cy="1629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Home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315" lvl="0" marL="692150" marR="470534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localhost:3000, you will land on the homepage of F1NANCE.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680" lvl="0" marL="691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Navigate through the application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2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its features.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2255809" y="2942364"/>
            <a:ext cx="40602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78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folder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680" lvl="0" marL="3733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the command [python -m venv venv]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680" lvl="0" marL="3733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then [uvicorn app.main:app --reload]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722010" y="128923"/>
            <a:ext cx="10058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5650">
            <a:spAutoFit/>
          </a:bodyPr>
          <a:lstStyle/>
          <a:p>
            <a:pPr indent="0" lvl="0" marL="217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Geo"/>
              <a:buNone/>
            </a:pPr>
            <a:r>
              <a:rPr lang="en-US" sz="6000"/>
              <a:t>Installation guide</a:t>
            </a:r>
            <a:endParaRPr sz="6000"/>
          </a:p>
        </p:txBody>
      </p:sp>
      <p:sp>
        <p:nvSpPr>
          <p:cNvPr id="206" name="Google Shape;206;p24"/>
          <p:cNvSpPr txBox="1"/>
          <p:nvPr/>
        </p:nvSpPr>
        <p:spPr>
          <a:xfrm>
            <a:off x="899560" y="2096375"/>
            <a:ext cx="10692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 Jenkins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470533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curl -fsSL https://pkg.jenkins.io/debian-stable/jenkins.io-2023.key \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70533" rtl="0" algn="l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| sudo tee /usr/share/keyrings/jenkins-keyring.asc &gt; /dev/null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70533" rtl="0" algn="l"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echo deb [signed-by=/usr/share/keyrings/jenkins-keyring.asc] \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https://pkg.jenkins.io/debian-stable binary/ \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| sudo tee /etc/apt/sources.list.d/jenkins.list &gt; /dev/null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sudo apt update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sudo apt install jenkins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2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7244625" y="3424900"/>
            <a:ext cx="5370900" cy="17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Jenkins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sudo systemctl enable jenkins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sudo systemctl start jenkins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2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5136297" y="0"/>
            <a:ext cx="7050018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 txBox="1"/>
          <p:nvPr>
            <p:ph type="title"/>
          </p:nvPr>
        </p:nvSpPr>
        <p:spPr>
          <a:xfrm>
            <a:off x="5717731" y="639763"/>
            <a:ext cx="5825118" cy="5583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Geo"/>
              <a:buNone/>
            </a:pPr>
            <a:r>
              <a:rPr lang="en-US" sz="8000">
                <a:solidFill>
                  <a:schemeClr val="lt1"/>
                </a:solidFill>
              </a:rPr>
              <a:t>Code Snippets</a:t>
            </a:r>
            <a:endParaRPr/>
          </a:p>
        </p:txBody>
      </p:sp>
      <p:grpSp>
        <p:nvGrpSpPr>
          <p:cNvPr id="215" name="Google Shape;215;p25"/>
          <p:cNvGrpSpPr/>
          <p:nvPr/>
        </p:nvGrpSpPr>
        <p:grpSpPr>
          <a:xfrm>
            <a:off x="492370" y="1795151"/>
            <a:ext cx="3939387" cy="3218767"/>
            <a:chOff x="8520048" y="3210305"/>
            <a:chExt cx="1249680" cy="1021080"/>
          </a:xfrm>
        </p:grpSpPr>
        <p:sp>
          <p:nvSpPr>
            <p:cNvPr id="216" name="Google Shape;216;p25"/>
            <p:cNvSpPr/>
            <p:nvPr/>
          </p:nvSpPr>
          <p:spPr>
            <a:xfrm>
              <a:off x="8520048" y="3210305"/>
              <a:ext cx="1249680" cy="1021080"/>
            </a:xfrm>
            <a:custGeom>
              <a:rect b="b" l="l" r="r" t="t"/>
              <a:pathLst>
                <a:path extrusionOk="0" h="1021079" w="1249679">
                  <a:moveTo>
                    <a:pt x="1194561" y="176911"/>
                  </a:moveTo>
                  <a:lnTo>
                    <a:pt x="962914" y="176911"/>
                  </a:lnTo>
                  <a:lnTo>
                    <a:pt x="931926" y="52197"/>
                  </a:lnTo>
                  <a:lnTo>
                    <a:pt x="907923" y="15240"/>
                  </a:lnTo>
                  <a:lnTo>
                    <a:pt x="877061" y="0"/>
                  </a:lnTo>
                  <a:lnTo>
                    <a:pt x="864997" y="0"/>
                  </a:lnTo>
                  <a:lnTo>
                    <a:pt x="384428" y="0"/>
                  </a:lnTo>
                  <a:lnTo>
                    <a:pt x="372364" y="0"/>
                  </a:lnTo>
                  <a:lnTo>
                    <a:pt x="362076" y="3428"/>
                  </a:lnTo>
                  <a:lnTo>
                    <a:pt x="326008" y="32003"/>
                  </a:lnTo>
                  <a:lnTo>
                    <a:pt x="286511" y="176911"/>
                  </a:lnTo>
                  <a:lnTo>
                    <a:pt x="228219" y="176911"/>
                  </a:lnTo>
                  <a:lnTo>
                    <a:pt x="228219" y="170179"/>
                  </a:lnTo>
                  <a:lnTo>
                    <a:pt x="226568" y="163449"/>
                  </a:lnTo>
                  <a:lnTo>
                    <a:pt x="223011" y="158369"/>
                  </a:lnTo>
                  <a:lnTo>
                    <a:pt x="217931" y="153416"/>
                  </a:lnTo>
                  <a:lnTo>
                    <a:pt x="214502" y="148336"/>
                  </a:lnTo>
                  <a:lnTo>
                    <a:pt x="207645" y="146558"/>
                  </a:lnTo>
                  <a:lnTo>
                    <a:pt x="200786" y="143255"/>
                  </a:lnTo>
                  <a:lnTo>
                    <a:pt x="193928" y="143255"/>
                  </a:lnTo>
                  <a:lnTo>
                    <a:pt x="144145" y="143255"/>
                  </a:lnTo>
                  <a:lnTo>
                    <a:pt x="137286" y="143255"/>
                  </a:lnTo>
                  <a:lnTo>
                    <a:pt x="130428" y="146558"/>
                  </a:lnTo>
                  <a:lnTo>
                    <a:pt x="125222" y="148336"/>
                  </a:lnTo>
                  <a:lnTo>
                    <a:pt x="120142" y="153416"/>
                  </a:lnTo>
                  <a:lnTo>
                    <a:pt x="114934" y="158369"/>
                  </a:lnTo>
                  <a:lnTo>
                    <a:pt x="113156" y="163449"/>
                  </a:lnTo>
                  <a:lnTo>
                    <a:pt x="109854" y="170179"/>
                  </a:lnTo>
                  <a:lnTo>
                    <a:pt x="109854" y="176911"/>
                  </a:lnTo>
                  <a:lnTo>
                    <a:pt x="54864" y="176911"/>
                  </a:lnTo>
                  <a:lnTo>
                    <a:pt x="44576" y="178562"/>
                  </a:lnTo>
                  <a:lnTo>
                    <a:pt x="34290" y="181991"/>
                  </a:lnTo>
                  <a:lnTo>
                    <a:pt x="24002" y="185293"/>
                  </a:lnTo>
                  <a:lnTo>
                    <a:pt x="15367" y="192150"/>
                  </a:lnTo>
                  <a:lnTo>
                    <a:pt x="8508" y="200533"/>
                  </a:lnTo>
                  <a:lnTo>
                    <a:pt x="5079" y="210693"/>
                  </a:lnTo>
                  <a:lnTo>
                    <a:pt x="1650" y="220725"/>
                  </a:lnTo>
                  <a:lnTo>
                    <a:pt x="0" y="230886"/>
                  </a:lnTo>
                  <a:lnTo>
                    <a:pt x="0" y="967105"/>
                  </a:lnTo>
                  <a:lnTo>
                    <a:pt x="15367" y="1005840"/>
                  </a:lnTo>
                  <a:lnTo>
                    <a:pt x="44576" y="1020953"/>
                  </a:lnTo>
                  <a:lnTo>
                    <a:pt x="54864" y="1020953"/>
                  </a:lnTo>
                  <a:lnTo>
                    <a:pt x="1194561" y="1020953"/>
                  </a:lnTo>
                  <a:lnTo>
                    <a:pt x="1204849" y="1020953"/>
                  </a:lnTo>
                  <a:lnTo>
                    <a:pt x="1215135" y="1017651"/>
                  </a:lnTo>
                  <a:lnTo>
                    <a:pt x="1244346" y="989076"/>
                  </a:lnTo>
                  <a:lnTo>
                    <a:pt x="1249426" y="967105"/>
                  </a:lnTo>
                  <a:lnTo>
                    <a:pt x="1249426" y="230886"/>
                  </a:lnTo>
                  <a:lnTo>
                    <a:pt x="1247775" y="220725"/>
                  </a:lnTo>
                  <a:lnTo>
                    <a:pt x="1244346" y="210693"/>
                  </a:lnTo>
                  <a:lnTo>
                    <a:pt x="1240917" y="200533"/>
                  </a:lnTo>
                  <a:lnTo>
                    <a:pt x="1234058" y="192150"/>
                  </a:lnTo>
                  <a:lnTo>
                    <a:pt x="1225423" y="185293"/>
                  </a:lnTo>
                  <a:lnTo>
                    <a:pt x="1215135" y="181991"/>
                  </a:lnTo>
                  <a:lnTo>
                    <a:pt x="1204849" y="178562"/>
                  </a:lnTo>
                  <a:lnTo>
                    <a:pt x="1194561" y="176911"/>
                  </a:lnTo>
                  <a:close/>
                </a:path>
                <a:path extrusionOk="0" h="1021079" w="1249679">
                  <a:moveTo>
                    <a:pt x="825880" y="178308"/>
                  </a:moveTo>
                  <a:lnTo>
                    <a:pt x="423672" y="178308"/>
                  </a:lnTo>
                </a:path>
                <a:path extrusionOk="0" h="1021079" w="1249679">
                  <a:moveTo>
                    <a:pt x="624712" y="900684"/>
                  </a:moveTo>
                  <a:lnTo>
                    <a:pt x="595629" y="899033"/>
                  </a:lnTo>
                  <a:lnTo>
                    <a:pt x="568198" y="895604"/>
                  </a:lnTo>
                  <a:lnTo>
                    <a:pt x="516890" y="880491"/>
                  </a:lnTo>
                  <a:lnTo>
                    <a:pt x="469010" y="855091"/>
                  </a:lnTo>
                  <a:lnTo>
                    <a:pt x="448564" y="838200"/>
                  </a:lnTo>
                  <a:lnTo>
                    <a:pt x="427990" y="821309"/>
                  </a:lnTo>
                  <a:lnTo>
                    <a:pt x="393700" y="780796"/>
                  </a:lnTo>
                  <a:lnTo>
                    <a:pt x="368046" y="733552"/>
                  </a:lnTo>
                  <a:lnTo>
                    <a:pt x="352678" y="681228"/>
                  </a:lnTo>
                  <a:lnTo>
                    <a:pt x="345821" y="627253"/>
                  </a:lnTo>
                  <a:lnTo>
                    <a:pt x="352678" y="571500"/>
                  </a:lnTo>
                  <a:lnTo>
                    <a:pt x="368046" y="519175"/>
                  </a:lnTo>
                  <a:lnTo>
                    <a:pt x="393700" y="473583"/>
                  </a:lnTo>
                  <a:lnTo>
                    <a:pt x="427990" y="433197"/>
                  </a:lnTo>
                  <a:lnTo>
                    <a:pt x="469010" y="399288"/>
                  </a:lnTo>
                  <a:lnTo>
                    <a:pt x="516890" y="374015"/>
                  </a:lnTo>
                  <a:lnTo>
                    <a:pt x="568198" y="357124"/>
                  </a:lnTo>
                  <a:lnTo>
                    <a:pt x="624712" y="352171"/>
                  </a:lnTo>
                  <a:lnTo>
                    <a:pt x="681227" y="357124"/>
                  </a:lnTo>
                  <a:lnTo>
                    <a:pt x="732535" y="374015"/>
                  </a:lnTo>
                  <a:lnTo>
                    <a:pt x="780415" y="399288"/>
                  </a:lnTo>
                  <a:lnTo>
                    <a:pt x="821435" y="433197"/>
                  </a:lnTo>
                  <a:lnTo>
                    <a:pt x="855726" y="473583"/>
                  </a:lnTo>
                  <a:lnTo>
                    <a:pt x="881379" y="519175"/>
                  </a:lnTo>
                  <a:lnTo>
                    <a:pt x="896747" y="571500"/>
                  </a:lnTo>
                  <a:lnTo>
                    <a:pt x="903604" y="627253"/>
                  </a:lnTo>
                  <a:lnTo>
                    <a:pt x="896747" y="681228"/>
                  </a:lnTo>
                  <a:lnTo>
                    <a:pt x="881379" y="733552"/>
                  </a:lnTo>
                  <a:lnTo>
                    <a:pt x="855726" y="780796"/>
                  </a:lnTo>
                  <a:lnTo>
                    <a:pt x="821435" y="821309"/>
                  </a:lnTo>
                  <a:lnTo>
                    <a:pt x="780415" y="855091"/>
                  </a:lnTo>
                  <a:lnTo>
                    <a:pt x="732535" y="880491"/>
                  </a:lnTo>
                  <a:lnTo>
                    <a:pt x="681227" y="895604"/>
                  </a:lnTo>
                  <a:lnTo>
                    <a:pt x="624712" y="900684"/>
                  </a:lnTo>
                  <a:close/>
                </a:path>
                <a:path extrusionOk="0" h="1021079" w="1249679">
                  <a:moveTo>
                    <a:pt x="624712" y="809244"/>
                  </a:moveTo>
                  <a:lnTo>
                    <a:pt x="605790" y="809244"/>
                  </a:lnTo>
                  <a:lnTo>
                    <a:pt x="586867" y="805815"/>
                  </a:lnTo>
                  <a:lnTo>
                    <a:pt x="535304" y="787273"/>
                  </a:lnTo>
                  <a:lnTo>
                    <a:pt x="506095" y="767080"/>
                  </a:lnTo>
                  <a:lnTo>
                    <a:pt x="492378" y="755269"/>
                  </a:lnTo>
                  <a:lnTo>
                    <a:pt x="459612" y="713105"/>
                  </a:lnTo>
                  <a:lnTo>
                    <a:pt x="442468" y="664337"/>
                  </a:lnTo>
                  <a:lnTo>
                    <a:pt x="437260" y="627253"/>
                  </a:lnTo>
                  <a:lnTo>
                    <a:pt x="439039" y="608711"/>
                  </a:lnTo>
                  <a:lnTo>
                    <a:pt x="442468" y="590169"/>
                  </a:lnTo>
                  <a:lnTo>
                    <a:pt x="445897" y="571626"/>
                  </a:lnTo>
                  <a:lnTo>
                    <a:pt x="469900" y="524383"/>
                  </a:lnTo>
                  <a:lnTo>
                    <a:pt x="506095" y="485648"/>
                  </a:lnTo>
                  <a:lnTo>
                    <a:pt x="552450" y="458724"/>
                  </a:lnTo>
                  <a:lnTo>
                    <a:pt x="569722" y="451866"/>
                  </a:lnTo>
                  <a:lnTo>
                    <a:pt x="586867" y="446913"/>
                  </a:lnTo>
                  <a:lnTo>
                    <a:pt x="605790" y="445262"/>
                  </a:lnTo>
                  <a:lnTo>
                    <a:pt x="624712" y="443611"/>
                  </a:lnTo>
                  <a:lnTo>
                    <a:pt x="643635" y="445262"/>
                  </a:lnTo>
                  <a:lnTo>
                    <a:pt x="662558" y="446913"/>
                  </a:lnTo>
                  <a:lnTo>
                    <a:pt x="679830" y="451866"/>
                  </a:lnTo>
                  <a:lnTo>
                    <a:pt x="696976" y="458724"/>
                  </a:lnTo>
                  <a:lnTo>
                    <a:pt x="714121" y="465454"/>
                  </a:lnTo>
                  <a:lnTo>
                    <a:pt x="729615" y="475488"/>
                  </a:lnTo>
                  <a:lnTo>
                    <a:pt x="769111" y="510921"/>
                  </a:lnTo>
                  <a:lnTo>
                    <a:pt x="796671" y="554736"/>
                  </a:lnTo>
                  <a:lnTo>
                    <a:pt x="806957" y="590169"/>
                  </a:lnTo>
                  <a:lnTo>
                    <a:pt x="810386" y="608711"/>
                  </a:lnTo>
                  <a:lnTo>
                    <a:pt x="812165" y="627253"/>
                  </a:lnTo>
                  <a:lnTo>
                    <a:pt x="810386" y="645795"/>
                  </a:lnTo>
                  <a:lnTo>
                    <a:pt x="806957" y="664337"/>
                  </a:lnTo>
                  <a:lnTo>
                    <a:pt x="789812" y="713105"/>
                  </a:lnTo>
                  <a:lnTo>
                    <a:pt x="757047" y="755269"/>
                  </a:lnTo>
                  <a:lnTo>
                    <a:pt x="714121" y="787273"/>
                  </a:lnTo>
                  <a:lnTo>
                    <a:pt x="662558" y="805815"/>
                  </a:lnTo>
                  <a:lnTo>
                    <a:pt x="643635" y="809244"/>
                  </a:lnTo>
                  <a:lnTo>
                    <a:pt x="624712" y="809244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7" name="Google Shape;217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62642" y="3503675"/>
              <a:ext cx="223774" cy="1584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278130" y="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Dashboard (Frontend)</a:t>
            </a:r>
            <a:endParaRPr/>
          </a:p>
        </p:txBody>
      </p:sp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24" name="Google Shape;2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50757"/>
            <a:ext cx="12192000" cy="5342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>
            <a:off x="0" y="1113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BudgetTracking - Frontend</a:t>
            </a:r>
            <a:endParaRPr/>
          </a:p>
        </p:txBody>
      </p:sp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461892"/>
            <a:ext cx="11953875" cy="5384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0" y="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BudgetTracking - Backend</a:t>
            </a:r>
            <a:endParaRPr/>
          </a:p>
        </p:txBody>
      </p:sp>
      <p:sp>
        <p:nvSpPr>
          <p:cNvPr id="237" name="Google Shape;237;p28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38" name="Google Shape;23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50757"/>
            <a:ext cx="12192000" cy="5205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title"/>
          </p:nvPr>
        </p:nvSpPr>
        <p:spPr>
          <a:xfrm>
            <a:off x="0" y="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Support-tickets (Frontend)</a:t>
            </a:r>
            <a:endParaRPr/>
          </a:p>
        </p:txBody>
      </p:sp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45" name="Google Shape;24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50758"/>
            <a:ext cx="12192000" cy="5396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0" y="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Support-tickets (Backend)</a:t>
            </a:r>
            <a:endParaRPr/>
          </a:p>
        </p:txBody>
      </p:sp>
      <p:sp>
        <p:nvSpPr>
          <p:cNvPr id="251" name="Google Shape;251;p30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52" name="Google Shape;25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43050"/>
            <a:ext cx="12192000" cy="53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/>
          <p:nvPr/>
        </p:nvSpPr>
        <p:spPr>
          <a:xfrm>
            <a:off x="4349296" y="0"/>
            <a:ext cx="2472055" cy="1935480"/>
          </a:xfrm>
          <a:custGeom>
            <a:rect b="b" l="l" r="r" t="t"/>
            <a:pathLst>
              <a:path extrusionOk="0" h="1935479" w="2472054">
                <a:moveTo>
                  <a:pt x="1590040" y="726058"/>
                </a:moveTo>
                <a:lnTo>
                  <a:pt x="1415542" y="707771"/>
                </a:lnTo>
                <a:lnTo>
                  <a:pt x="1406778" y="671068"/>
                </a:lnTo>
                <a:lnTo>
                  <a:pt x="1392427" y="634237"/>
                </a:lnTo>
                <a:lnTo>
                  <a:pt x="1377823" y="597534"/>
                </a:lnTo>
                <a:lnTo>
                  <a:pt x="1360424" y="563879"/>
                </a:lnTo>
                <a:lnTo>
                  <a:pt x="1467993" y="419734"/>
                </a:lnTo>
                <a:lnTo>
                  <a:pt x="1476628" y="407543"/>
                </a:lnTo>
                <a:lnTo>
                  <a:pt x="1482471" y="392302"/>
                </a:lnTo>
                <a:lnTo>
                  <a:pt x="1485392" y="376935"/>
                </a:lnTo>
                <a:lnTo>
                  <a:pt x="1485392" y="358521"/>
                </a:lnTo>
                <a:lnTo>
                  <a:pt x="1482471" y="343153"/>
                </a:lnTo>
                <a:lnTo>
                  <a:pt x="1479550" y="327786"/>
                </a:lnTo>
                <a:lnTo>
                  <a:pt x="1470786" y="312547"/>
                </a:lnTo>
                <a:lnTo>
                  <a:pt x="1462151" y="300227"/>
                </a:lnTo>
                <a:lnTo>
                  <a:pt x="1380744" y="214502"/>
                </a:lnTo>
                <a:lnTo>
                  <a:pt x="1369059" y="205358"/>
                </a:lnTo>
                <a:lnTo>
                  <a:pt x="1354581" y="196087"/>
                </a:lnTo>
                <a:lnTo>
                  <a:pt x="1339977" y="189991"/>
                </a:lnTo>
                <a:lnTo>
                  <a:pt x="1325499" y="189991"/>
                </a:lnTo>
                <a:lnTo>
                  <a:pt x="1307973" y="189991"/>
                </a:lnTo>
                <a:lnTo>
                  <a:pt x="1293495" y="193039"/>
                </a:lnTo>
                <a:lnTo>
                  <a:pt x="1279017" y="199135"/>
                </a:lnTo>
                <a:lnTo>
                  <a:pt x="1267332" y="208279"/>
                </a:lnTo>
                <a:lnTo>
                  <a:pt x="1130807" y="321818"/>
                </a:lnTo>
                <a:lnTo>
                  <a:pt x="1098803" y="303275"/>
                </a:lnTo>
                <a:lnTo>
                  <a:pt x="1063752" y="288035"/>
                </a:lnTo>
                <a:lnTo>
                  <a:pt x="1028953" y="272669"/>
                </a:lnTo>
                <a:lnTo>
                  <a:pt x="994155" y="260350"/>
                </a:lnTo>
                <a:lnTo>
                  <a:pt x="973708" y="79755"/>
                </a:lnTo>
                <a:lnTo>
                  <a:pt x="956309" y="36829"/>
                </a:lnTo>
                <a:lnTo>
                  <a:pt x="932942" y="15366"/>
                </a:lnTo>
                <a:lnTo>
                  <a:pt x="921384" y="6223"/>
                </a:lnTo>
                <a:lnTo>
                  <a:pt x="903985" y="3175"/>
                </a:lnTo>
                <a:lnTo>
                  <a:pt x="889380" y="0"/>
                </a:lnTo>
                <a:lnTo>
                  <a:pt x="773176" y="0"/>
                </a:lnTo>
                <a:lnTo>
                  <a:pt x="758571" y="3175"/>
                </a:lnTo>
                <a:lnTo>
                  <a:pt x="744093" y="6223"/>
                </a:lnTo>
                <a:lnTo>
                  <a:pt x="706374" y="36829"/>
                </a:lnTo>
                <a:lnTo>
                  <a:pt x="688975" y="79755"/>
                </a:lnTo>
                <a:lnTo>
                  <a:pt x="668527" y="260350"/>
                </a:lnTo>
                <a:lnTo>
                  <a:pt x="633602" y="272669"/>
                </a:lnTo>
                <a:lnTo>
                  <a:pt x="598804" y="288035"/>
                </a:lnTo>
                <a:lnTo>
                  <a:pt x="566801" y="303275"/>
                </a:lnTo>
                <a:lnTo>
                  <a:pt x="534797" y="321818"/>
                </a:lnTo>
                <a:lnTo>
                  <a:pt x="398145" y="208279"/>
                </a:lnTo>
                <a:lnTo>
                  <a:pt x="383540" y="199135"/>
                </a:lnTo>
                <a:lnTo>
                  <a:pt x="369189" y="193039"/>
                </a:lnTo>
                <a:lnTo>
                  <a:pt x="354583" y="189991"/>
                </a:lnTo>
                <a:lnTo>
                  <a:pt x="339978" y="189991"/>
                </a:lnTo>
                <a:lnTo>
                  <a:pt x="325500" y="189991"/>
                </a:lnTo>
                <a:lnTo>
                  <a:pt x="308101" y="196087"/>
                </a:lnTo>
                <a:lnTo>
                  <a:pt x="296418" y="205358"/>
                </a:lnTo>
                <a:lnTo>
                  <a:pt x="284733" y="214502"/>
                </a:lnTo>
                <a:lnTo>
                  <a:pt x="203326" y="300227"/>
                </a:lnTo>
                <a:lnTo>
                  <a:pt x="191770" y="312547"/>
                </a:lnTo>
                <a:lnTo>
                  <a:pt x="185927" y="327786"/>
                </a:lnTo>
                <a:lnTo>
                  <a:pt x="180213" y="343153"/>
                </a:lnTo>
                <a:lnTo>
                  <a:pt x="177292" y="358521"/>
                </a:lnTo>
                <a:lnTo>
                  <a:pt x="177292" y="376935"/>
                </a:lnTo>
                <a:lnTo>
                  <a:pt x="180213" y="392302"/>
                </a:lnTo>
                <a:lnTo>
                  <a:pt x="185927" y="407543"/>
                </a:lnTo>
                <a:lnTo>
                  <a:pt x="194691" y="419734"/>
                </a:lnTo>
                <a:lnTo>
                  <a:pt x="302259" y="563879"/>
                </a:lnTo>
                <a:lnTo>
                  <a:pt x="284733" y="597534"/>
                </a:lnTo>
                <a:lnTo>
                  <a:pt x="270382" y="634237"/>
                </a:lnTo>
                <a:lnTo>
                  <a:pt x="258699" y="671068"/>
                </a:lnTo>
                <a:lnTo>
                  <a:pt x="247015" y="707771"/>
                </a:lnTo>
                <a:lnTo>
                  <a:pt x="75565" y="726058"/>
                </a:lnTo>
                <a:lnTo>
                  <a:pt x="60959" y="732281"/>
                </a:lnTo>
                <a:lnTo>
                  <a:pt x="46481" y="738377"/>
                </a:lnTo>
                <a:lnTo>
                  <a:pt x="11556" y="772159"/>
                </a:lnTo>
                <a:lnTo>
                  <a:pt x="0" y="802766"/>
                </a:lnTo>
                <a:lnTo>
                  <a:pt x="0" y="818006"/>
                </a:lnTo>
                <a:lnTo>
                  <a:pt x="0" y="937640"/>
                </a:lnTo>
                <a:lnTo>
                  <a:pt x="0" y="955928"/>
                </a:lnTo>
                <a:lnTo>
                  <a:pt x="5715" y="971296"/>
                </a:lnTo>
                <a:lnTo>
                  <a:pt x="31876" y="1011047"/>
                </a:lnTo>
                <a:lnTo>
                  <a:pt x="75565" y="1029588"/>
                </a:lnTo>
                <a:lnTo>
                  <a:pt x="247015" y="1050925"/>
                </a:lnTo>
                <a:lnTo>
                  <a:pt x="258699" y="1087627"/>
                </a:lnTo>
                <a:lnTo>
                  <a:pt x="270382" y="1121409"/>
                </a:lnTo>
                <a:lnTo>
                  <a:pt x="284733" y="1158112"/>
                </a:lnTo>
                <a:lnTo>
                  <a:pt x="302259" y="1191768"/>
                </a:lnTo>
                <a:lnTo>
                  <a:pt x="194691" y="1335913"/>
                </a:lnTo>
                <a:lnTo>
                  <a:pt x="185927" y="1351152"/>
                </a:lnTo>
                <a:lnTo>
                  <a:pt x="180213" y="1366519"/>
                </a:lnTo>
                <a:lnTo>
                  <a:pt x="177292" y="1381759"/>
                </a:lnTo>
                <a:lnTo>
                  <a:pt x="177292" y="1397127"/>
                </a:lnTo>
                <a:lnTo>
                  <a:pt x="191770" y="1443101"/>
                </a:lnTo>
                <a:lnTo>
                  <a:pt x="284733" y="1541144"/>
                </a:lnTo>
                <a:lnTo>
                  <a:pt x="296418" y="1553337"/>
                </a:lnTo>
                <a:lnTo>
                  <a:pt x="308101" y="1559559"/>
                </a:lnTo>
                <a:lnTo>
                  <a:pt x="325500" y="1565655"/>
                </a:lnTo>
                <a:lnTo>
                  <a:pt x="339978" y="1568703"/>
                </a:lnTo>
                <a:lnTo>
                  <a:pt x="354583" y="1568703"/>
                </a:lnTo>
                <a:lnTo>
                  <a:pt x="369189" y="1562607"/>
                </a:lnTo>
                <a:lnTo>
                  <a:pt x="383540" y="1556512"/>
                </a:lnTo>
                <a:lnTo>
                  <a:pt x="398145" y="1550289"/>
                </a:lnTo>
                <a:lnTo>
                  <a:pt x="534797" y="1437004"/>
                </a:lnTo>
                <a:lnTo>
                  <a:pt x="566801" y="1452371"/>
                </a:lnTo>
                <a:lnTo>
                  <a:pt x="598804" y="1470659"/>
                </a:lnTo>
                <a:lnTo>
                  <a:pt x="633602" y="1482978"/>
                </a:lnTo>
                <a:lnTo>
                  <a:pt x="668527" y="1495297"/>
                </a:lnTo>
                <a:lnTo>
                  <a:pt x="688975" y="1675891"/>
                </a:lnTo>
                <a:lnTo>
                  <a:pt x="706374" y="1721992"/>
                </a:lnTo>
                <a:lnTo>
                  <a:pt x="744093" y="1749425"/>
                </a:lnTo>
                <a:lnTo>
                  <a:pt x="758571" y="1755647"/>
                </a:lnTo>
                <a:lnTo>
                  <a:pt x="773176" y="1755647"/>
                </a:lnTo>
                <a:lnTo>
                  <a:pt x="889380" y="1755647"/>
                </a:lnTo>
                <a:lnTo>
                  <a:pt x="903985" y="1755647"/>
                </a:lnTo>
                <a:lnTo>
                  <a:pt x="921384" y="1749425"/>
                </a:lnTo>
                <a:lnTo>
                  <a:pt x="956309" y="1721992"/>
                </a:lnTo>
                <a:lnTo>
                  <a:pt x="973708" y="1675891"/>
                </a:lnTo>
                <a:lnTo>
                  <a:pt x="994155" y="1495297"/>
                </a:lnTo>
                <a:lnTo>
                  <a:pt x="1028953" y="1482978"/>
                </a:lnTo>
                <a:lnTo>
                  <a:pt x="1063752" y="1470659"/>
                </a:lnTo>
                <a:lnTo>
                  <a:pt x="1098803" y="1452371"/>
                </a:lnTo>
                <a:lnTo>
                  <a:pt x="1130807" y="1437004"/>
                </a:lnTo>
                <a:lnTo>
                  <a:pt x="1267332" y="1550289"/>
                </a:lnTo>
                <a:lnTo>
                  <a:pt x="1279017" y="1556512"/>
                </a:lnTo>
                <a:lnTo>
                  <a:pt x="1293495" y="1562607"/>
                </a:lnTo>
                <a:lnTo>
                  <a:pt x="1307973" y="1568703"/>
                </a:lnTo>
                <a:lnTo>
                  <a:pt x="1325499" y="1568703"/>
                </a:lnTo>
                <a:lnTo>
                  <a:pt x="1369059" y="1553337"/>
                </a:lnTo>
                <a:lnTo>
                  <a:pt x="1462151" y="1455419"/>
                </a:lnTo>
                <a:lnTo>
                  <a:pt x="1470786" y="1443101"/>
                </a:lnTo>
                <a:lnTo>
                  <a:pt x="1479550" y="1427860"/>
                </a:lnTo>
                <a:lnTo>
                  <a:pt x="1482471" y="1412493"/>
                </a:lnTo>
                <a:lnTo>
                  <a:pt x="1485392" y="1397127"/>
                </a:lnTo>
                <a:lnTo>
                  <a:pt x="1485392" y="1381759"/>
                </a:lnTo>
                <a:lnTo>
                  <a:pt x="1482471" y="1366519"/>
                </a:lnTo>
                <a:lnTo>
                  <a:pt x="1476628" y="1351152"/>
                </a:lnTo>
                <a:lnTo>
                  <a:pt x="1467993" y="1335913"/>
                </a:lnTo>
                <a:lnTo>
                  <a:pt x="1360424" y="1191768"/>
                </a:lnTo>
                <a:lnTo>
                  <a:pt x="1377823" y="1158112"/>
                </a:lnTo>
                <a:lnTo>
                  <a:pt x="1392427" y="1121409"/>
                </a:lnTo>
                <a:lnTo>
                  <a:pt x="1406778" y="1087627"/>
                </a:lnTo>
                <a:lnTo>
                  <a:pt x="1415542" y="1050925"/>
                </a:lnTo>
                <a:lnTo>
                  <a:pt x="1590040" y="1029588"/>
                </a:lnTo>
                <a:lnTo>
                  <a:pt x="1630806" y="1011047"/>
                </a:lnTo>
                <a:lnTo>
                  <a:pt x="1659763" y="971296"/>
                </a:lnTo>
                <a:lnTo>
                  <a:pt x="1665604" y="937640"/>
                </a:lnTo>
                <a:lnTo>
                  <a:pt x="1665604" y="818006"/>
                </a:lnTo>
                <a:lnTo>
                  <a:pt x="1662683" y="802766"/>
                </a:lnTo>
                <a:lnTo>
                  <a:pt x="1659763" y="784351"/>
                </a:lnTo>
                <a:lnTo>
                  <a:pt x="1651000" y="772159"/>
                </a:lnTo>
                <a:lnTo>
                  <a:pt x="1642364" y="756793"/>
                </a:lnTo>
                <a:lnTo>
                  <a:pt x="1630806" y="747649"/>
                </a:lnTo>
                <a:lnTo>
                  <a:pt x="1618996" y="738377"/>
                </a:lnTo>
                <a:lnTo>
                  <a:pt x="1604518" y="732281"/>
                </a:lnTo>
                <a:lnTo>
                  <a:pt x="1590040" y="726058"/>
                </a:lnTo>
                <a:close/>
              </a:path>
              <a:path extrusionOk="0" h="1935479" w="2472054">
                <a:moveTo>
                  <a:pt x="1023111" y="1081658"/>
                </a:moveTo>
                <a:lnTo>
                  <a:pt x="1002792" y="1099947"/>
                </a:lnTo>
                <a:lnTo>
                  <a:pt x="982472" y="1118361"/>
                </a:lnTo>
                <a:lnTo>
                  <a:pt x="932942" y="1142873"/>
                </a:lnTo>
                <a:lnTo>
                  <a:pt x="883539" y="1158112"/>
                </a:lnTo>
                <a:lnTo>
                  <a:pt x="831342" y="1164208"/>
                </a:lnTo>
                <a:lnTo>
                  <a:pt x="805179" y="1161287"/>
                </a:lnTo>
                <a:lnTo>
                  <a:pt x="779018" y="1158112"/>
                </a:lnTo>
                <a:lnTo>
                  <a:pt x="755776" y="1152016"/>
                </a:lnTo>
                <a:lnTo>
                  <a:pt x="729615" y="1142873"/>
                </a:lnTo>
                <a:lnTo>
                  <a:pt x="706374" y="1130553"/>
                </a:lnTo>
                <a:lnTo>
                  <a:pt x="683005" y="1118361"/>
                </a:lnTo>
                <a:lnTo>
                  <a:pt x="659765" y="1099947"/>
                </a:lnTo>
                <a:lnTo>
                  <a:pt x="639445" y="1081658"/>
                </a:lnTo>
                <a:lnTo>
                  <a:pt x="621919" y="1060069"/>
                </a:lnTo>
                <a:lnTo>
                  <a:pt x="604520" y="1035557"/>
                </a:lnTo>
                <a:lnTo>
                  <a:pt x="592963" y="1011047"/>
                </a:lnTo>
                <a:lnTo>
                  <a:pt x="581278" y="986662"/>
                </a:lnTo>
                <a:lnTo>
                  <a:pt x="572516" y="958976"/>
                </a:lnTo>
                <a:lnTo>
                  <a:pt x="566801" y="931418"/>
                </a:lnTo>
                <a:lnTo>
                  <a:pt x="560958" y="906906"/>
                </a:lnTo>
                <a:lnTo>
                  <a:pt x="560958" y="879348"/>
                </a:lnTo>
                <a:lnTo>
                  <a:pt x="560958" y="851788"/>
                </a:lnTo>
                <a:lnTo>
                  <a:pt x="566801" y="824229"/>
                </a:lnTo>
                <a:lnTo>
                  <a:pt x="581278" y="772159"/>
                </a:lnTo>
                <a:lnTo>
                  <a:pt x="604520" y="720089"/>
                </a:lnTo>
                <a:lnTo>
                  <a:pt x="639445" y="677163"/>
                </a:lnTo>
                <a:lnTo>
                  <a:pt x="659765" y="655701"/>
                </a:lnTo>
                <a:lnTo>
                  <a:pt x="683005" y="640460"/>
                </a:lnTo>
                <a:lnTo>
                  <a:pt x="706374" y="625094"/>
                </a:lnTo>
                <a:lnTo>
                  <a:pt x="755776" y="603630"/>
                </a:lnTo>
                <a:lnTo>
                  <a:pt x="805179" y="594359"/>
                </a:lnTo>
                <a:lnTo>
                  <a:pt x="831342" y="591438"/>
                </a:lnTo>
                <a:lnTo>
                  <a:pt x="857503" y="594359"/>
                </a:lnTo>
                <a:lnTo>
                  <a:pt x="909827" y="603630"/>
                </a:lnTo>
                <a:lnTo>
                  <a:pt x="959230" y="625094"/>
                </a:lnTo>
                <a:lnTo>
                  <a:pt x="1002792" y="655701"/>
                </a:lnTo>
                <a:lnTo>
                  <a:pt x="1023111" y="677163"/>
                </a:lnTo>
                <a:lnTo>
                  <a:pt x="1058036" y="720089"/>
                </a:lnTo>
                <a:lnTo>
                  <a:pt x="1084199" y="772159"/>
                </a:lnTo>
                <a:lnTo>
                  <a:pt x="1098803" y="824229"/>
                </a:lnTo>
                <a:lnTo>
                  <a:pt x="1101598" y="851788"/>
                </a:lnTo>
                <a:lnTo>
                  <a:pt x="1101598" y="879348"/>
                </a:lnTo>
                <a:lnTo>
                  <a:pt x="1101598" y="906906"/>
                </a:lnTo>
                <a:lnTo>
                  <a:pt x="1092961" y="958976"/>
                </a:lnTo>
                <a:lnTo>
                  <a:pt x="1072515" y="1011047"/>
                </a:lnTo>
                <a:lnTo>
                  <a:pt x="1058036" y="1035557"/>
                </a:lnTo>
                <a:lnTo>
                  <a:pt x="1043558" y="1060069"/>
                </a:lnTo>
                <a:lnTo>
                  <a:pt x="1023111" y="1081658"/>
                </a:lnTo>
                <a:close/>
              </a:path>
              <a:path extrusionOk="0" h="1935479" w="2472054">
                <a:moveTo>
                  <a:pt x="2390267" y="1206753"/>
                </a:moveTo>
                <a:lnTo>
                  <a:pt x="2256535" y="1237487"/>
                </a:lnTo>
                <a:lnTo>
                  <a:pt x="2242057" y="1215898"/>
                </a:lnTo>
                <a:lnTo>
                  <a:pt x="2224531" y="1197609"/>
                </a:lnTo>
                <a:lnTo>
                  <a:pt x="2271141" y="1059814"/>
                </a:lnTo>
                <a:lnTo>
                  <a:pt x="2274061" y="1050671"/>
                </a:lnTo>
                <a:lnTo>
                  <a:pt x="2274061" y="1041526"/>
                </a:lnTo>
                <a:lnTo>
                  <a:pt x="2271141" y="1023111"/>
                </a:lnTo>
                <a:lnTo>
                  <a:pt x="2259456" y="1007745"/>
                </a:lnTo>
                <a:lnTo>
                  <a:pt x="2253742" y="998601"/>
                </a:lnTo>
                <a:lnTo>
                  <a:pt x="2247900" y="995552"/>
                </a:lnTo>
                <a:lnTo>
                  <a:pt x="2186685" y="961898"/>
                </a:lnTo>
                <a:lnTo>
                  <a:pt x="2178050" y="958723"/>
                </a:lnTo>
                <a:lnTo>
                  <a:pt x="2169286" y="958723"/>
                </a:lnTo>
                <a:lnTo>
                  <a:pt x="2151888" y="958723"/>
                </a:lnTo>
                <a:lnTo>
                  <a:pt x="2134489" y="967994"/>
                </a:lnTo>
                <a:lnTo>
                  <a:pt x="2128647" y="974089"/>
                </a:lnTo>
                <a:lnTo>
                  <a:pt x="2122931" y="980312"/>
                </a:lnTo>
                <a:lnTo>
                  <a:pt x="2047240" y="1102740"/>
                </a:lnTo>
                <a:lnTo>
                  <a:pt x="2021077" y="1099693"/>
                </a:lnTo>
                <a:lnTo>
                  <a:pt x="1997836" y="1099693"/>
                </a:lnTo>
                <a:lnTo>
                  <a:pt x="1939671" y="967994"/>
                </a:lnTo>
                <a:lnTo>
                  <a:pt x="1933955" y="958723"/>
                </a:lnTo>
                <a:lnTo>
                  <a:pt x="1928114" y="952753"/>
                </a:lnTo>
                <a:lnTo>
                  <a:pt x="1913508" y="943482"/>
                </a:lnTo>
                <a:lnTo>
                  <a:pt x="1896109" y="937386"/>
                </a:lnTo>
                <a:lnTo>
                  <a:pt x="1887347" y="937386"/>
                </a:lnTo>
                <a:lnTo>
                  <a:pt x="1878583" y="940434"/>
                </a:lnTo>
                <a:lnTo>
                  <a:pt x="1814702" y="961898"/>
                </a:lnTo>
                <a:lnTo>
                  <a:pt x="1805940" y="964946"/>
                </a:lnTo>
                <a:lnTo>
                  <a:pt x="1797177" y="971041"/>
                </a:lnTo>
                <a:lnTo>
                  <a:pt x="1785493" y="986408"/>
                </a:lnTo>
                <a:lnTo>
                  <a:pt x="1779777" y="1004824"/>
                </a:lnTo>
                <a:lnTo>
                  <a:pt x="1779777" y="1013968"/>
                </a:lnTo>
                <a:lnTo>
                  <a:pt x="1779777" y="1023111"/>
                </a:lnTo>
                <a:lnTo>
                  <a:pt x="1808860" y="1167002"/>
                </a:lnTo>
                <a:lnTo>
                  <a:pt x="1788541" y="1182243"/>
                </a:lnTo>
                <a:lnTo>
                  <a:pt x="1771142" y="1200657"/>
                </a:lnTo>
                <a:lnTo>
                  <a:pt x="1643126" y="1148587"/>
                </a:lnTo>
                <a:lnTo>
                  <a:pt x="1634363" y="1148587"/>
                </a:lnTo>
                <a:lnTo>
                  <a:pt x="1622805" y="1145539"/>
                </a:lnTo>
                <a:lnTo>
                  <a:pt x="1584959" y="1167002"/>
                </a:lnTo>
                <a:lnTo>
                  <a:pt x="1550161" y="1237487"/>
                </a:lnTo>
                <a:lnTo>
                  <a:pt x="1547114" y="1246631"/>
                </a:lnTo>
                <a:lnTo>
                  <a:pt x="1544320" y="1255776"/>
                </a:lnTo>
                <a:lnTo>
                  <a:pt x="1547114" y="1277112"/>
                </a:lnTo>
                <a:lnTo>
                  <a:pt x="1552955" y="1292478"/>
                </a:lnTo>
                <a:lnTo>
                  <a:pt x="1558798" y="1301622"/>
                </a:lnTo>
                <a:lnTo>
                  <a:pt x="1567560" y="1307845"/>
                </a:lnTo>
                <a:lnTo>
                  <a:pt x="1683893" y="1387347"/>
                </a:lnTo>
                <a:lnTo>
                  <a:pt x="1680972" y="1411858"/>
                </a:lnTo>
                <a:lnTo>
                  <a:pt x="1677924" y="1439417"/>
                </a:lnTo>
                <a:lnTo>
                  <a:pt x="1552955" y="1500631"/>
                </a:lnTo>
                <a:lnTo>
                  <a:pt x="1547114" y="1503806"/>
                </a:lnTo>
                <a:lnTo>
                  <a:pt x="1538477" y="1509902"/>
                </a:lnTo>
                <a:lnTo>
                  <a:pt x="1529715" y="1528190"/>
                </a:lnTo>
                <a:lnTo>
                  <a:pt x="1523873" y="1546732"/>
                </a:lnTo>
                <a:lnTo>
                  <a:pt x="1526794" y="1555877"/>
                </a:lnTo>
                <a:lnTo>
                  <a:pt x="1526794" y="1565020"/>
                </a:lnTo>
                <a:lnTo>
                  <a:pt x="1550161" y="1632457"/>
                </a:lnTo>
                <a:lnTo>
                  <a:pt x="1552955" y="1638427"/>
                </a:lnTo>
                <a:lnTo>
                  <a:pt x="1558798" y="1647570"/>
                </a:lnTo>
                <a:lnTo>
                  <a:pt x="1570481" y="1659889"/>
                </a:lnTo>
                <a:lnTo>
                  <a:pt x="1587880" y="1665985"/>
                </a:lnTo>
                <a:lnTo>
                  <a:pt x="1596517" y="1665985"/>
                </a:lnTo>
                <a:lnTo>
                  <a:pt x="1605279" y="1665985"/>
                </a:lnTo>
                <a:lnTo>
                  <a:pt x="1741931" y="1635378"/>
                </a:lnTo>
                <a:lnTo>
                  <a:pt x="1756536" y="1656841"/>
                </a:lnTo>
                <a:lnTo>
                  <a:pt x="1773935" y="1675129"/>
                </a:lnTo>
                <a:lnTo>
                  <a:pt x="1727453" y="1812925"/>
                </a:lnTo>
                <a:lnTo>
                  <a:pt x="1724532" y="1822195"/>
                </a:lnTo>
                <a:lnTo>
                  <a:pt x="1724532" y="1831339"/>
                </a:lnTo>
                <a:lnTo>
                  <a:pt x="1727453" y="1849754"/>
                </a:lnTo>
                <a:lnTo>
                  <a:pt x="1736090" y="1864994"/>
                </a:lnTo>
                <a:lnTo>
                  <a:pt x="1744852" y="1871090"/>
                </a:lnTo>
                <a:lnTo>
                  <a:pt x="1750695" y="1877314"/>
                </a:lnTo>
                <a:lnTo>
                  <a:pt x="1811781" y="1907793"/>
                </a:lnTo>
                <a:lnTo>
                  <a:pt x="1820545" y="1914016"/>
                </a:lnTo>
                <a:lnTo>
                  <a:pt x="1829180" y="1914016"/>
                </a:lnTo>
                <a:lnTo>
                  <a:pt x="1846706" y="1914016"/>
                </a:lnTo>
                <a:lnTo>
                  <a:pt x="1864105" y="1904745"/>
                </a:lnTo>
                <a:lnTo>
                  <a:pt x="1869948" y="1898650"/>
                </a:lnTo>
                <a:lnTo>
                  <a:pt x="1875663" y="1892553"/>
                </a:lnTo>
                <a:lnTo>
                  <a:pt x="1951354" y="1769999"/>
                </a:lnTo>
                <a:lnTo>
                  <a:pt x="1977517" y="1773174"/>
                </a:lnTo>
                <a:lnTo>
                  <a:pt x="2000757" y="1773174"/>
                </a:lnTo>
                <a:lnTo>
                  <a:pt x="2058924" y="1904745"/>
                </a:lnTo>
                <a:lnTo>
                  <a:pt x="2064766" y="1914016"/>
                </a:lnTo>
                <a:lnTo>
                  <a:pt x="2070480" y="1920113"/>
                </a:lnTo>
                <a:lnTo>
                  <a:pt x="2085085" y="1929256"/>
                </a:lnTo>
                <a:lnTo>
                  <a:pt x="2102484" y="1935479"/>
                </a:lnTo>
                <a:lnTo>
                  <a:pt x="2111121" y="1935479"/>
                </a:lnTo>
                <a:lnTo>
                  <a:pt x="2119883" y="1932304"/>
                </a:lnTo>
                <a:lnTo>
                  <a:pt x="2183892" y="1910968"/>
                </a:lnTo>
                <a:lnTo>
                  <a:pt x="2192528" y="1907793"/>
                </a:lnTo>
                <a:lnTo>
                  <a:pt x="2198497" y="1901825"/>
                </a:lnTo>
                <a:lnTo>
                  <a:pt x="2210054" y="1886457"/>
                </a:lnTo>
                <a:lnTo>
                  <a:pt x="2218690" y="1868042"/>
                </a:lnTo>
                <a:lnTo>
                  <a:pt x="2218690" y="1858899"/>
                </a:lnTo>
                <a:lnTo>
                  <a:pt x="2218690" y="1849754"/>
                </a:lnTo>
                <a:lnTo>
                  <a:pt x="2189733" y="1705864"/>
                </a:lnTo>
                <a:lnTo>
                  <a:pt x="2207132" y="1690496"/>
                </a:lnTo>
                <a:lnTo>
                  <a:pt x="2227453" y="1672081"/>
                </a:lnTo>
                <a:lnTo>
                  <a:pt x="2355469" y="1724152"/>
                </a:lnTo>
                <a:lnTo>
                  <a:pt x="2364104" y="1724152"/>
                </a:lnTo>
                <a:lnTo>
                  <a:pt x="2372868" y="1727327"/>
                </a:lnTo>
                <a:lnTo>
                  <a:pt x="2413507" y="1705864"/>
                </a:lnTo>
                <a:lnTo>
                  <a:pt x="2448432" y="1632457"/>
                </a:lnTo>
                <a:lnTo>
                  <a:pt x="2451354" y="1626234"/>
                </a:lnTo>
                <a:lnTo>
                  <a:pt x="2454275" y="1613915"/>
                </a:lnTo>
                <a:lnTo>
                  <a:pt x="2451354" y="1595627"/>
                </a:lnTo>
                <a:lnTo>
                  <a:pt x="2442718" y="1580260"/>
                </a:lnTo>
                <a:lnTo>
                  <a:pt x="2436876" y="1571116"/>
                </a:lnTo>
                <a:lnTo>
                  <a:pt x="2431033" y="1565020"/>
                </a:lnTo>
                <a:lnTo>
                  <a:pt x="2314702" y="1485391"/>
                </a:lnTo>
                <a:lnTo>
                  <a:pt x="2317623" y="1461007"/>
                </a:lnTo>
                <a:lnTo>
                  <a:pt x="2317623" y="1433321"/>
                </a:lnTo>
                <a:lnTo>
                  <a:pt x="2442718" y="1372107"/>
                </a:lnTo>
                <a:lnTo>
                  <a:pt x="2451354" y="1369059"/>
                </a:lnTo>
                <a:lnTo>
                  <a:pt x="2460117" y="1362837"/>
                </a:lnTo>
                <a:lnTo>
                  <a:pt x="2468753" y="1344549"/>
                </a:lnTo>
                <a:lnTo>
                  <a:pt x="2471674" y="1326133"/>
                </a:lnTo>
                <a:lnTo>
                  <a:pt x="2471674" y="1316989"/>
                </a:lnTo>
                <a:lnTo>
                  <a:pt x="2471674" y="1307845"/>
                </a:lnTo>
                <a:lnTo>
                  <a:pt x="2448432" y="1240408"/>
                </a:lnTo>
                <a:lnTo>
                  <a:pt x="2445511" y="1231264"/>
                </a:lnTo>
                <a:lnTo>
                  <a:pt x="2439670" y="1225169"/>
                </a:lnTo>
                <a:lnTo>
                  <a:pt x="2425192" y="1212977"/>
                </a:lnTo>
                <a:lnTo>
                  <a:pt x="2410714" y="1206753"/>
                </a:lnTo>
                <a:lnTo>
                  <a:pt x="2401951" y="1206753"/>
                </a:lnTo>
                <a:lnTo>
                  <a:pt x="2390267" y="1206753"/>
                </a:lnTo>
                <a:close/>
              </a:path>
              <a:path extrusionOk="0" h="1935479" w="2472054">
                <a:moveTo>
                  <a:pt x="2178050" y="1531365"/>
                </a:moveTo>
                <a:lnTo>
                  <a:pt x="2166493" y="1549653"/>
                </a:lnTo>
                <a:lnTo>
                  <a:pt x="2154808" y="1565020"/>
                </a:lnTo>
                <a:lnTo>
                  <a:pt x="2143125" y="1583435"/>
                </a:lnTo>
                <a:lnTo>
                  <a:pt x="2128647" y="1595627"/>
                </a:lnTo>
                <a:lnTo>
                  <a:pt x="2114169" y="1607946"/>
                </a:lnTo>
                <a:lnTo>
                  <a:pt x="2096643" y="1620139"/>
                </a:lnTo>
                <a:lnTo>
                  <a:pt x="2079244" y="1629282"/>
                </a:lnTo>
                <a:lnTo>
                  <a:pt x="2061718" y="1635378"/>
                </a:lnTo>
                <a:lnTo>
                  <a:pt x="2044319" y="1641602"/>
                </a:lnTo>
                <a:lnTo>
                  <a:pt x="2023999" y="1644650"/>
                </a:lnTo>
                <a:lnTo>
                  <a:pt x="2006473" y="1647570"/>
                </a:lnTo>
                <a:lnTo>
                  <a:pt x="1986152" y="1644650"/>
                </a:lnTo>
                <a:lnTo>
                  <a:pt x="1965832" y="1644650"/>
                </a:lnTo>
                <a:lnTo>
                  <a:pt x="1948306" y="1638427"/>
                </a:lnTo>
                <a:lnTo>
                  <a:pt x="1928114" y="1632457"/>
                </a:lnTo>
                <a:lnTo>
                  <a:pt x="1910588" y="1623059"/>
                </a:lnTo>
                <a:lnTo>
                  <a:pt x="1893189" y="1613915"/>
                </a:lnTo>
                <a:lnTo>
                  <a:pt x="1875663" y="1601724"/>
                </a:lnTo>
                <a:lnTo>
                  <a:pt x="1861184" y="1586356"/>
                </a:lnTo>
                <a:lnTo>
                  <a:pt x="1846706" y="1574164"/>
                </a:lnTo>
                <a:lnTo>
                  <a:pt x="1834896" y="1555877"/>
                </a:lnTo>
                <a:lnTo>
                  <a:pt x="1826259" y="1540509"/>
                </a:lnTo>
                <a:lnTo>
                  <a:pt x="1817497" y="1522221"/>
                </a:lnTo>
                <a:lnTo>
                  <a:pt x="1808860" y="1503806"/>
                </a:lnTo>
                <a:lnTo>
                  <a:pt x="1805940" y="1482343"/>
                </a:lnTo>
                <a:lnTo>
                  <a:pt x="1800098" y="1463928"/>
                </a:lnTo>
                <a:lnTo>
                  <a:pt x="1800098" y="1442592"/>
                </a:lnTo>
                <a:lnTo>
                  <a:pt x="1800098" y="1424051"/>
                </a:lnTo>
                <a:lnTo>
                  <a:pt x="1803019" y="1402714"/>
                </a:lnTo>
                <a:lnTo>
                  <a:pt x="1805940" y="1381252"/>
                </a:lnTo>
                <a:lnTo>
                  <a:pt x="1811781" y="1362837"/>
                </a:lnTo>
                <a:lnTo>
                  <a:pt x="1820545" y="1341501"/>
                </a:lnTo>
                <a:lnTo>
                  <a:pt x="1832102" y="1323213"/>
                </a:lnTo>
                <a:lnTo>
                  <a:pt x="1843785" y="1307845"/>
                </a:lnTo>
                <a:lnTo>
                  <a:pt x="1855343" y="1289430"/>
                </a:lnTo>
                <a:lnTo>
                  <a:pt x="1901952" y="1252601"/>
                </a:lnTo>
                <a:lnTo>
                  <a:pt x="1936750" y="1237487"/>
                </a:lnTo>
                <a:lnTo>
                  <a:pt x="1954149" y="1231264"/>
                </a:lnTo>
                <a:lnTo>
                  <a:pt x="1974469" y="1228216"/>
                </a:lnTo>
                <a:lnTo>
                  <a:pt x="1991995" y="1225169"/>
                </a:lnTo>
                <a:lnTo>
                  <a:pt x="2012315" y="1228216"/>
                </a:lnTo>
                <a:lnTo>
                  <a:pt x="2032761" y="1228216"/>
                </a:lnTo>
                <a:lnTo>
                  <a:pt x="2050160" y="1234312"/>
                </a:lnTo>
                <a:lnTo>
                  <a:pt x="2070480" y="1240408"/>
                </a:lnTo>
                <a:lnTo>
                  <a:pt x="2087879" y="1249679"/>
                </a:lnTo>
                <a:lnTo>
                  <a:pt x="2105279" y="1258824"/>
                </a:lnTo>
                <a:lnTo>
                  <a:pt x="2122931" y="1271142"/>
                </a:lnTo>
                <a:lnTo>
                  <a:pt x="2137282" y="1286382"/>
                </a:lnTo>
                <a:lnTo>
                  <a:pt x="2151888" y="1298702"/>
                </a:lnTo>
                <a:lnTo>
                  <a:pt x="2163572" y="1316989"/>
                </a:lnTo>
                <a:lnTo>
                  <a:pt x="2172334" y="1332356"/>
                </a:lnTo>
                <a:lnTo>
                  <a:pt x="2180971" y="1350644"/>
                </a:lnTo>
                <a:lnTo>
                  <a:pt x="2189733" y="1369059"/>
                </a:lnTo>
                <a:lnTo>
                  <a:pt x="2192528" y="1390395"/>
                </a:lnTo>
                <a:lnTo>
                  <a:pt x="2195449" y="1408938"/>
                </a:lnTo>
                <a:lnTo>
                  <a:pt x="2198497" y="1430274"/>
                </a:lnTo>
                <a:lnTo>
                  <a:pt x="2198497" y="1448689"/>
                </a:lnTo>
                <a:lnTo>
                  <a:pt x="2195449" y="1470152"/>
                </a:lnTo>
                <a:lnTo>
                  <a:pt x="2192528" y="1491488"/>
                </a:lnTo>
                <a:lnTo>
                  <a:pt x="2186685" y="1509902"/>
                </a:lnTo>
                <a:lnTo>
                  <a:pt x="2178050" y="1531365"/>
                </a:lnTo>
                <a:close/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1"/>
          <p:cNvSpPr txBox="1"/>
          <p:nvPr>
            <p:ph type="title"/>
          </p:nvPr>
        </p:nvSpPr>
        <p:spPr>
          <a:xfrm>
            <a:off x="2499540" y="2745740"/>
            <a:ext cx="6171565" cy="13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800"/>
              <a:buFont typeface="Geo"/>
              <a:buNone/>
            </a:pPr>
            <a:r>
              <a:rPr lang="en-US" sz="8800"/>
              <a:t>Deployment</a:t>
            </a:r>
            <a:endParaRPr sz="8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type="title"/>
          </p:nvPr>
        </p:nvSpPr>
        <p:spPr>
          <a:xfrm>
            <a:off x="-2854551" y="988908"/>
            <a:ext cx="100584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349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Jenkins Dashboard</a:t>
            </a:r>
            <a:endParaRPr/>
          </a:p>
        </p:txBody>
      </p:sp>
      <p:sp>
        <p:nvSpPr>
          <p:cNvPr id="264" name="Google Shape;264;p32"/>
          <p:cNvSpPr/>
          <p:nvPr/>
        </p:nvSpPr>
        <p:spPr>
          <a:xfrm>
            <a:off x="2514600" y="3276600"/>
            <a:ext cx="37338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25445"/>
            <a:ext cx="12192000" cy="4604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type="title"/>
          </p:nvPr>
        </p:nvSpPr>
        <p:spPr>
          <a:xfrm>
            <a:off x="809625" y="1"/>
            <a:ext cx="10058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Pipeline</a:t>
            </a:r>
            <a:endParaRPr/>
          </a:p>
        </p:txBody>
      </p:sp>
      <p:pic>
        <p:nvPicPr>
          <p:cNvPr id="271" name="Google Shape;2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42060"/>
            <a:ext cx="12192000" cy="547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0" y="199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Slack Notification</a:t>
            </a:r>
            <a:endParaRPr/>
          </a:p>
        </p:txBody>
      </p:sp>
      <p:pic>
        <p:nvPicPr>
          <p:cNvPr id="277" name="Google Shape;2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0660"/>
            <a:ext cx="12191999" cy="510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354330" y="-256322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US"/>
              <a:t>Blue Ocean Plugin</a:t>
            </a:r>
            <a:endParaRPr/>
          </a:p>
        </p:txBody>
      </p:sp>
      <p:pic>
        <p:nvPicPr>
          <p:cNvPr id="283" name="Google Shape;28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4435"/>
            <a:ext cx="12192000" cy="543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36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36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3836504" y="758951"/>
            <a:ext cx="7319175" cy="3374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eo"/>
              <a:buNone/>
            </a:pPr>
            <a:r>
              <a:rPr lang="en-US" sz="8000">
                <a:solidFill>
                  <a:srgbClr val="262626"/>
                </a:solidFill>
              </a:rPr>
              <a:t>THANK YOU !</a:t>
            </a:r>
            <a:endParaRPr/>
          </a:p>
        </p:txBody>
      </p:sp>
      <p:pic>
        <p:nvPicPr>
          <p:cNvPr descr="Handshake" id="292" name="Google Shape;29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973" y="1790485"/>
            <a:ext cx="2758331" cy="27583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36"/>
          <p:cNvCxnSpPr/>
          <p:nvPr/>
        </p:nvCxnSpPr>
        <p:spPr>
          <a:xfrm>
            <a:off x="3958251" y="4294753"/>
            <a:ext cx="71323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36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VTI">
  <a:themeElements>
    <a:clrScheme name="Custom 40">
      <a:dk1>
        <a:srgbClr val="000000"/>
      </a:dk1>
      <a:lt1>
        <a:srgbClr val="FFFFFF"/>
      </a:lt1>
      <a:dk2>
        <a:srgbClr val="545D57"/>
      </a:dk2>
      <a:lt2>
        <a:srgbClr val="EBEBE8"/>
      </a:lt2>
      <a:accent1>
        <a:srgbClr val="579858"/>
      </a:accent1>
      <a:accent2>
        <a:srgbClr val="ED583E"/>
      </a:accent2>
      <a:accent3>
        <a:srgbClr val="D3BA59"/>
      </a:accent3>
      <a:accent4>
        <a:srgbClr val="4C94AC"/>
      </a:accent4>
      <a:accent5>
        <a:srgbClr val="A09E84"/>
      </a:accent5>
      <a:accent6>
        <a:srgbClr val="FC7D4A"/>
      </a:accent6>
      <a:hlink>
        <a:srgbClr val="04A2DA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