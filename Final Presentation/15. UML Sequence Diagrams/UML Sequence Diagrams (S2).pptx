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iYrpXA6/si7cyuDmkQ6sthwAf6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1da02012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a1da020121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a1e16b32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a1e16b32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22bf4c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a22bf4c09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22bf4c09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22bf4c09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114425" y="0"/>
            <a:ext cx="9963150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139700" sx="102000" rotWithShape="0" algn="ctr" sy="102000">
              <a:srgbClr val="D8D8D8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121664" y="0"/>
            <a:ext cx="9948672" cy="6858000"/>
          </a:xfrm>
          <a:custGeom>
            <a:rect b="b" l="l" r="r" t="t"/>
            <a:pathLst>
              <a:path extrusionOk="0" h="6858000" w="996315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1524003" y="1999615"/>
            <a:ext cx="9144000" cy="27640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Calibri"/>
              <a:buNone/>
            </a:pPr>
            <a:r>
              <a:rPr lang="en-US" sz="7200"/>
              <a:t>F1NANCE</a:t>
            </a:r>
            <a:br>
              <a:rPr lang="en-US" sz="7200"/>
            </a:br>
            <a:r>
              <a:rPr lang="en-US" sz="7200"/>
              <a:t>Use Sequence Diagrams</a:t>
            </a:r>
            <a:endParaRPr sz="7200"/>
          </a:p>
        </p:txBody>
      </p:sp>
      <p:sp>
        <p:nvSpPr>
          <p:cNvPr id="88" name="Google Shape;88;p1"/>
          <p:cNvSpPr/>
          <p:nvPr/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type="title"/>
          </p:nvPr>
        </p:nvSpPr>
        <p:spPr>
          <a:xfrm>
            <a:off x="652305" y="803905"/>
            <a:ext cx="10515600" cy="3159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Track Income &amp; Expenses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050275" y="1317750"/>
            <a:ext cx="29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8919925" y="1687050"/>
            <a:ext cx="3191400" cy="36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This Use case begins when the User enables bank account linking.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fetches transaction data from the database or external bank APIs.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categorizes each transaction into defined expense and income types.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calculates total income, total expenses, and savings for the selected period.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 Case ends when the User views the categorized financial summary on the dashboard.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207001" y="311418"/>
            <a:ext cx="790428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 Sequence Diagrams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7" name="Google Shape;97;p2" title="uc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000" y="1468191"/>
            <a:ext cx="63912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da020121_0_3"/>
          <p:cNvSpPr txBox="1"/>
          <p:nvPr>
            <p:ph type="title"/>
          </p:nvPr>
        </p:nvSpPr>
        <p:spPr>
          <a:xfrm>
            <a:off x="652305" y="803905"/>
            <a:ext cx="105156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Manage Tax Guides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g3a1da020121_0_3"/>
          <p:cNvSpPr txBox="1"/>
          <p:nvPr/>
        </p:nvSpPr>
        <p:spPr>
          <a:xfrm>
            <a:off x="9050275" y="1317750"/>
            <a:ext cx="29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3a1da020121_0_3"/>
          <p:cNvSpPr/>
          <p:nvPr/>
        </p:nvSpPr>
        <p:spPr>
          <a:xfrm>
            <a:off x="8919925" y="1687050"/>
            <a:ext cx="3191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This Use case begins when the User uploads or submits a tax form.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verifies the file format and completeness and validates entered data fields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checks compliance rules against the latest stored regulations.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If any inconsistencies or missing information are found, the System displays corresponding error messages.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If all fields are valid and compliant, the System marks the tax form as “Verified.”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 Case ends when the User receives confirmation of validation or a list of required corrections.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5" name="Google Shape;105;g3a1da020121_0_3"/>
          <p:cNvSpPr txBox="1"/>
          <p:nvPr/>
        </p:nvSpPr>
        <p:spPr>
          <a:xfrm>
            <a:off x="4207001" y="311418"/>
            <a:ext cx="79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 Sequence Diagrams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g3a1da020121_0_3" title="uc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7325" y="1687055"/>
            <a:ext cx="639127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1e16b32e1_0_0"/>
          <p:cNvSpPr txBox="1"/>
          <p:nvPr>
            <p:ph type="title"/>
          </p:nvPr>
        </p:nvSpPr>
        <p:spPr>
          <a:xfrm>
            <a:off x="652305" y="803905"/>
            <a:ext cx="105156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Get Financial Coaching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g3a1e16b32e1_0_0"/>
          <p:cNvSpPr txBox="1"/>
          <p:nvPr/>
        </p:nvSpPr>
        <p:spPr>
          <a:xfrm>
            <a:off x="9050275" y="1317750"/>
            <a:ext cx="29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a1e16b32e1_0_0"/>
          <p:cNvSpPr/>
          <p:nvPr/>
        </p:nvSpPr>
        <p:spPr>
          <a:xfrm>
            <a:off x="8919925" y="1687050"/>
            <a:ext cx="3191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This Use case begins when the User requests financial coaching or opens the “AI Advising” section.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retrieves the User’s transaction history, income data, and spending trends.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AI Engine analyzes financial behavior using pre-trained models and identifies spending patterns.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generates contextual insights and personalized advice, such as savings goals or budget adjustments.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 Case ends when the User reviews or applies the AI-generated advice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14" name="Google Shape;114;g3a1e16b32e1_0_0"/>
          <p:cNvSpPr txBox="1"/>
          <p:nvPr/>
        </p:nvSpPr>
        <p:spPr>
          <a:xfrm>
            <a:off x="4207001" y="311418"/>
            <a:ext cx="79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 Sequence Diagrams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5" name="Google Shape;115;g3a1e16b32e1_0_0" title="uc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50" y="1371605"/>
            <a:ext cx="820102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22bf4c096_0_0"/>
          <p:cNvSpPr txBox="1"/>
          <p:nvPr>
            <p:ph type="title"/>
          </p:nvPr>
        </p:nvSpPr>
        <p:spPr>
          <a:xfrm>
            <a:off x="652305" y="803905"/>
            <a:ext cx="105156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Learn Financial Literacy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a22bf4c096_0_0"/>
          <p:cNvSpPr txBox="1"/>
          <p:nvPr/>
        </p:nvSpPr>
        <p:spPr>
          <a:xfrm>
            <a:off x="9050275" y="1317750"/>
            <a:ext cx="29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a22bf4c096_0_0"/>
          <p:cNvSpPr/>
          <p:nvPr/>
        </p:nvSpPr>
        <p:spPr>
          <a:xfrm>
            <a:off x="8919925" y="1687050"/>
            <a:ext cx="3191400" cy="3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This use case begins when the User accesses the “Financial Literacy” learning section.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fetches available educational materials such as articles, guides, and quizzes.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User selects a topic or module to learn about.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loads the selected material and tracks the User’s progress.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 Case ends when the User completes or exits the learning session.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23" name="Google Shape;123;g3a22bf4c096_0_0"/>
          <p:cNvSpPr txBox="1"/>
          <p:nvPr/>
        </p:nvSpPr>
        <p:spPr>
          <a:xfrm>
            <a:off x="4207001" y="311418"/>
            <a:ext cx="79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 Sequence Diagrams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g3a22bf4c096_0_0" title="uc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1625" y="1687055"/>
            <a:ext cx="3781425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a22bf4c096_0_8"/>
          <p:cNvSpPr txBox="1"/>
          <p:nvPr>
            <p:ph type="title"/>
          </p:nvPr>
        </p:nvSpPr>
        <p:spPr>
          <a:xfrm>
            <a:off x="652305" y="803905"/>
            <a:ext cx="10515600" cy="3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Receive Notifications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g3a22bf4c096_0_8"/>
          <p:cNvSpPr txBox="1"/>
          <p:nvPr/>
        </p:nvSpPr>
        <p:spPr>
          <a:xfrm>
            <a:off x="9050275" y="1317750"/>
            <a:ext cx="29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Case Scenario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a22bf4c096_0_8"/>
          <p:cNvSpPr/>
          <p:nvPr/>
        </p:nvSpPr>
        <p:spPr>
          <a:xfrm>
            <a:off x="8919925" y="1687050"/>
            <a:ext cx="3191400" cy="465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This use case begins when the User logs into the application or when a system-triggered event (e.g., threshold reached, new advice available) occurs.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System queries recent financial activities, deadlines, or updates related to the User’s account.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When a condition is met, the System generates a notification message containing relevant details and recommended actions.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User views the notification through the app dashboard.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r>
              <a:rPr lang="en-US" sz="1300">
                <a:solidFill>
                  <a:schemeClr val="dk1"/>
                </a:solidFill>
              </a:rPr>
              <a:t>The Use Case ends when the User acknowledges or dismisses the notification.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32" name="Google Shape;132;g3a22bf4c096_0_8"/>
          <p:cNvSpPr txBox="1"/>
          <p:nvPr/>
        </p:nvSpPr>
        <p:spPr>
          <a:xfrm>
            <a:off x="4207001" y="311418"/>
            <a:ext cx="7904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F1NANCE Sequence Diagrams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3" name="Google Shape;133;g3a22bf4c096_0_8" title="uc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6325" y="1371605"/>
            <a:ext cx="8210550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2025-11-05T06:58:16Z</dcterms:created>
  <dc:creator>WIN 11 PRO</dc:creator>
</cp:coreProperties>
</file>