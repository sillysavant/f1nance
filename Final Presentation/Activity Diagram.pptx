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4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44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8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991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85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077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95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65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876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975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137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38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79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67" name="Rectangle 1066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240886-F0D2-B61B-E844-C48D7237E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latin typeface="+mj-lt"/>
                <a:ea typeface="+mj-ea"/>
                <a:cs typeface="+mj-cs"/>
              </a:rPr>
              <a:t>F1nance</a:t>
            </a:r>
            <a:r>
              <a:rPr lang="en-US" sz="4800" b="1" kern="1200">
                <a:latin typeface="+mj-lt"/>
                <a:ea typeface="+mj-ea"/>
                <a:cs typeface="+mj-cs"/>
                <a:sym typeface="Calibri"/>
              </a:rPr>
              <a:t> </a:t>
            </a:r>
            <a:br>
              <a:rPr lang="en-US" sz="4800" b="1" kern="1200">
                <a:latin typeface="+mj-lt"/>
                <a:ea typeface="+mj-ea"/>
                <a:cs typeface="+mj-cs"/>
                <a:sym typeface="Calibri"/>
              </a:rPr>
            </a:br>
            <a:r>
              <a:rPr lang="en-US" sz="4800" kern="1200">
                <a:latin typeface="+mj-lt"/>
                <a:ea typeface="+mj-ea"/>
                <a:cs typeface="+mj-cs"/>
                <a:sym typeface="Calibri"/>
              </a:rPr>
              <a:t>Activity Diagram </a:t>
            </a:r>
            <a:endParaRPr lang="en-US" sz="4800" kern="1200">
              <a:latin typeface="+mj-lt"/>
              <a:ea typeface="+mj-ea"/>
              <a:cs typeface="+mj-cs"/>
            </a:endParaRPr>
          </a:p>
        </p:txBody>
      </p:sp>
      <p:sp>
        <p:nvSpPr>
          <p:cNvPr id="1069" name="Freeform: Shape 1068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CE3968B9-85AA-3D38-18EF-659864D4F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63178" y="703066"/>
            <a:ext cx="8448261" cy="5374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71" name="Freeform: Shape 1070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86825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Bierstadt</vt:lpstr>
      <vt:lpstr>GestaltVTI</vt:lpstr>
      <vt:lpstr>F1nance  Activity Diagram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yasaswini manne</dc:creator>
  <cp:lastModifiedBy>Manne, Mr. Sai Swaroop</cp:lastModifiedBy>
  <cp:revision>3</cp:revision>
  <dcterms:created xsi:type="dcterms:W3CDTF">2025-10-29T19:15:24Z</dcterms:created>
  <dcterms:modified xsi:type="dcterms:W3CDTF">2025-10-30T02:58:02Z</dcterms:modified>
</cp:coreProperties>
</file>