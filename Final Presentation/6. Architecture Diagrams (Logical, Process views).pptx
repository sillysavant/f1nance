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YZv+Q8CiSkuBq1AFqzWXSSlbm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782875" y="1251875"/>
            <a:ext cx="1809600" cy="339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3247199" y="0"/>
            <a:ext cx="3104364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GB" sz="1500"/>
              <a:t>Application: </a:t>
            </a:r>
            <a:r>
              <a:rPr b="1" lang="en-GB" sz="1500"/>
              <a:t>F1nance</a:t>
            </a:r>
            <a:br>
              <a:rPr b="1" lang="en-GB" sz="1500"/>
            </a:br>
            <a:r>
              <a:rPr b="1" lang="en-GB" sz="1500"/>
              <a:t>Type: Application Architecture</a:t>
            </a:r>
            <a:br>
              <a:rPr b="1" lang="en-GB" sz="1500"/>
            </a:br>
            <a:r>
              <a:rPr b="1" lang="en-GB" sz="1500"/>
              <a:t>View: Logical View</a:t>
            </a:r>
            <a:br>
              <a:rPr b="1" lang="en-GB" sz="1500"/>
            </a:br>
            <a:r>
              <a:rPr b="1" lang="en-GB" sz="1500"/>
              <a:t>Style: Layered Architecture Pattern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29275" y="819000"/>
            <a:ext cx="60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55975" y="830625"/>
            <a:ext cx="1572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Channels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741350" y="823150"/>
            <a:ext cx="2003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Business Processes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816524" y="830625"/>
            <a:ext cx="183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And Information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112625" y="828350"/>
            <a:ext cx="171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Enablers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280929" y="1080092"/>
            <a:ext cx="1317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2" name="Google Shape;92;p1"/>
          <p:cNvCxnSpPr/>
          <p:nvPr/>
        </p:nvCxnSpPr>
        <p:spPr>
          <a:xfrm>
            <a:off x="4816531" y="1074793"/>
            <a:ext cx="1829100" cy="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3" name="Google Shape;93;p1"/>
          <p:cNvCxnSpPr/>
          <p:nvPr/>
        </p:nvCxnSpPr>
        <p:spPr>
          <a:xfrm>
            <a:off x="2817554" y="1081148"/>
            <a:ext cx="1837200" cy="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4" name="Google Shape;94;p1"/>
          <p:cNvCxnSpPr/>
          <p:nvPr/>
        </p:nvCxnSpPr>
        <p:spPr>
          <a:xfrm>
            <a:off x="6915075" y="1091375"/>
            <a:ext cx="208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5" name="Google Shape;95;p1"/>
          <p:cNvCxnSpPr/>
          <p:nvPr/>
        </p:nvCxnSpPr>
        <p:spPr>
          <a:xfrm flipH="1" rot="10800000">
            <a:off x="141675" y="1071325"/>
            <a:ext cx="815400" cy="7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6" name="Google Shape;96;p1"/>
          <p:cNvSpPr/>
          <p:nvPr/>
        </p:nvSpPr>
        <p:spPr>
          <a:xfrm>
            <a:off x="1290221" y="2739522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Browser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042675" y="1321450"/>
            <a:ext cx="135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&amp; Authorization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"/>
          <p:cNvCxnSpPr/>
          <p:nvPr/>
        </p:nvCxnSpPr>
        <p:spPr>
          <a:xfrm flipH="1" rot="10800000">
            <a:off x="6659850" y="2947875"/>
            <a:ext cx="230700" cy="6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9" name="Google Shape;99;p1"/>
          <p:cNvCxnSpPr/>
          <p:nvPr/>
        </p:nvCxnSpPr>
        <p:spPr>
          <a:xfrm>
            <a:off x="4592507" y="2945666"/>
            <a:ext cx="252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850" y="1962274"/>
            <a:ext cx="304200" cy="6046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0" y="2571752"/>
            <a:ext cx="9759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International Student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850" y="3425499"/>
            <a:ext cx="304200" cy="6046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94500" y="4069838"/>
            <a:ext cx="7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"/>
          <p:cNvCxnSpPr>
            <a:stCxn id="96" idx="1"/>
            <a:endCxn id="100" idx="3"/>
          </p:cNvCxnSpPr>
          <p:nvPr/>
        </p:nvCxnSpPr>
        <p:spPr>
          <a:xfrm rot="10800000">
            <a:off x="640121" y="2264472"/>
            <a:ext cx="650100" cy="6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" name="Google Shape;105;p1"/>
          <p:cNvCxnSpPr/>
          <p:nvPr/>
        </p:nvCxnSpPr>
        <p:spPr>
          <a:xfrm>
            <a:off x="2585025" y="2945675"/>
            <a:ext cx="2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" name="Google Shape;106;p1"/>
          <p:cNvSpPr/>
          <p:nvPr/>
        </p:nvSpPr>
        <p:spPr>
          <a:xfrm>
            <a:off x="3065273" y="1873079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Bank Account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Management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3065260" y="2424692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 Tracking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Logic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3065285" y="2991179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Advising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3065273" y="3527917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gal Affirmation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3075075" y="4064650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Support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840275" y="1251875"/>
            <a:ext cx="1809600" cy="339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5132486" y="1321454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Details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5132486" y="1778654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5132486" y="2235854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5132486" y="2693054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Knowledge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5132486" y="3150254"/>
            <a:ext cx="12948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047625" y="3631263"/>
            <a:ext cx="14691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Financial Literacy Documents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5132475" y="4098725"/>
            <a:ext cx="1294800" cy="469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Economy Updates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6897675" y="1251875"/>
            <a:ext cx="2113800" cy="339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7055550" y="1550050"/>
            <a:ext cx="180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Payment Gateways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7049775" y="2109463"/>
            <a:ext cx="180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7049775" y="2692363"/>
            <a:ext cx="180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Services (AWS )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7049775" y="3275263"/>
            <a:ext cx="180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Service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7055550" y="3858175"/>
            <a:ext cx="1809600" cy="42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 &amp; Delivery Pipeline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"/>
          <p:cNvCxnSpPr>
            <a:stCxn id="96" idx="1"/>
            <a:endCxn id="102" idx="3"/>
          </p:cNvCxnSpPr>
          <p:nvPr/>
        </p:nvCxnSpPr>
        <p:spPr>
          <a:xfrm flipH="1">
            <a:off x="640121" y="2950872"/>
            <a:ext cx="650100" cy="7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/>
          <p:nvPr/>
        </p:nvSpPr>
        <p:spPr>
          <a:xfrm>
            <a:off x="1115100" y="893875"/>
            <a:ext cx="6913800" cy="419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3019279" y="231322"/>
            <a:ext cx="3104364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Application: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F1nance</a:t>
            </a:r>
            <a:b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Type: Application Architecture</a:t>
            </a:r>
            <a:b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View: Process View</a:t>
            </a:r>
            <a:b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Style: Client-Server Pattern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703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159" y="983425"/>
            <a:ext cx="418368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Vivek</dc:creator>
</cp:coreProperties>
</file>