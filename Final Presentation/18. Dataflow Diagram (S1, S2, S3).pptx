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1533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8174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3701458" y="4031108"/>
            <a:ext cx="1397303" cy="7908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01.01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Authorization</a:t>
            </a:r>
            <a:endParaRPr sz="12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998563" y="2463842"/>
            <a:ext cx="1668519" cy="72446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01.01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up/Register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031781" y="4009723"/>
            <a:ext cx="1736022" cy="79083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Account Info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590" y="4271895"/>
            <a:ext cx="102201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Credentials</a:t>
            </a:r>
            <a:endParaRPr/>
          </a:p>
        </p:txBody>
      </p:sp>
      <p:cxnSp>
        <p:nvCxnSpPr>
          <p:cNvPr id="93" name="Google Shape;93;p13"/>
          <p:cNvCxnSpPr>
            <a:stCxn id="89" idx="3"/>
          </p:cNvCxnSpPr>
          <p:nvPr/>
        </p:nvCxnSpPr>
        <p:spPr>
          <a:xfrm rot="10800000" flipH="1">
            <a:off x="5098761" y="4419626"/>
            <a:ext cx="908700" cy="6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94" name="Google Shape;94;p13"/>
          <p:cNvSpPr txBox="1"/>
          <p:nvPr/>
        </p:nvSpPr>
        <p:spPr>
          <a:xfrm>
            <a:off x="124529" y="4784131"/>
            <a:ext cx="584380" cy="540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1005755" y="4028094"/>
            <a:ext cx="1075786" cy="74279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out</a:t>
            </a:r>
            <a:endParaRPr/>
          </a:p>
        </p:txBody>
      </p:sp>
      <p:pic>
        <p:nvPicPr>
          <p:cNvPr id="96" name="Google Shape;96;p13" descr="Man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529" y="4005879"/>
            <a:ext cx="832704" cy="86255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>
            <a:off x="1498017" y="4031106"/>
            <a:ext cx="1260671" cy="79083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In/Login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074501" y="4216952"/>
            <a:ext cx="87989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Authenticate  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2834947" y="4226469"/>
            <a:ext cx="82382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Validate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 Data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 flipH="1">
            <a:off x="10325648" y="4187922"/>
            <a:ext cx="77386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Out Request  </a:t>
            </a:r>
            <a:endParaRPr/>
          </a:p>
        </p:txBody>
      </p:sp>
      <p:cxnSp>
        <p:nvCxnSpPr>
          <p:cNvPr id="101" name="Google Shape;101;p13"/>
          <p:cNvCxnSpPr/>
          <p:nvPr/>
        </p:nvCxnSpPr>
        <p:spPr>
          <a:xfrm rot="10800000" flipH="1">
            <a:off x="599995" y="4463976"/>
            <a:ext cx="867290" cy="58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102" name="Google Shape;102;p13"/>
          <p:cNvCxnSpPr/>
          <p:nvPr/>
        </p:nvCxnSpPr>
        <p:spPr>
          <a:xfrm>
            <a:off x="2762328" y="4420323"/>
            <a:ext cx="942770" cy="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103" name="Google Shape;103;p13"/>
          <p:cNvSpPr txBox="1"/>
          <p:nvPr/>
        </p:nvSpPr>
        <p:spPr>
          <a:xfrm>
            <a:off x="3037609" y="579296"/>
            <a:ext cx="61167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</a:t>
            </a:r>
            <a:r>
              <a:rPr lang="en-I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 Logical , S1 Scope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4" name="Google Shape;104;p13"/>
          <p:cNvCxnSpPr>
            <a:endCxn id="90" idx="1"/>
          </p:cNvCxnSpPr>
          <p:nvPr/>
        </p:nvCxnSpPr>
        <p:spPr>
          <a:xfrm rot="10800000" flipH="1">
            <a:off x="603263" y="2826076"/>
            <a:ext cx="1395300" cy="163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105" name="Google Shape;105;p13"/>
          <p:cNvSpPr txBox="1"/>
          <p:nvPr/>
        </p:nvSpPr>
        <p:spPr>
          <a:xfrm rot="-2975944">
            <a:off x="663202" y="3219148"/>
            <a:ext cx="110095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 Request</a:t>
            </a:r>
            <a:endParaRPr/>
          </a:p>
        </p:txBody>
      </p:sp>
      <p:cxnSp>
        <p:nvCxnSpPr>
          <p:cNvPr id="106" name="Google Shape;106;p13"/>
          <p:cNvCxnSpPr>
            <a:stCxn id="90" idx="3"/>
            <a:endCxn id="89" idx="0"/>
          </p:cNvCxnSpPr>
          <p:nvPr/>
        </p:nvCxnSpPr>
        <p:spPr>
          <a:xfrm>
            <a:off x="3667082" y="2826076"/>
            <a:ext cx="732900" cy="120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107" name="Google Shape;107;p13"/>
          <p:cNvSpPr txBox="1"/>
          <p:nvPr/>
        </p:nvSpPr>
        <p:spPr>
          <a:xfrm rot="3485516">
            <a:off x="3749713" y="3251051"/>
            <a:ext cx="8238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 data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6031781" y="2549786"/>
            <a:ext cx="1736022" cy="79083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Modify Account</a:t>
            </a:r>
            <a:endParaRPr/>
          </a:p>
        </p:txBody>
      </p:sp>
      <p:cxnSp>
        <p:nvCxnSpPr>
          <p:cNvPr id="109" name="Google Shape;109;p13"/>
          <p:cNvCxnSpPr>
            <a:stCxn id="108" idx="2"/>
            <a:endCxn id="91" idx="0"/>
          </p:cNvCxnSpPr>
          <p:nvPr/>
        </p:nvCxnSpPr>
        <p:spPr>
          <a:xfrm>
            <a:off x="6899792" y="3340621"/>
            <a:ext cx="0" cy="66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0" name="Google Shape;110;p13"/>
          <p:cNvCxnSpPr/>
          <p:nvPr/>
        </p:nvCxnSpPr>
        <p:spPr>
          <a:xfrm rot="10800000">
            <a:off x="7052659" y="3340621"/>
            <a:ext cx="0" cy="66003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1" name="Google Shape;111;p13"/>
          <p:cNvSpPr txBox="1"/>
          <p:nvPr/>
        </p:nvSpPr>
        <p:spPr>
          <a:xfrm>
            <a:off x="7052659" y="3441829"/>
            <a:ext cx="18336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Modify Profile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5903320" y="3460679"/>
            <a:ext cx="109826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Modified Profile Data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8713196" y="4010575"/>
            <a:ext cx="1569769" cy="77783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01.04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Documents</a:t>
            </a:r>
            <a:endParaRPr/>
          </a:p>
        </p:txBody>
      </p:sp>
      <p:cxnSp>
        <p:nvCxnSpPr>
          <p:cNvPr id="114" name="Google Shape;114;p13"/>
          <p:cNvCxnSpPr>
            <a:stCxn id="91" idx="3"/>
            <a:endCxn id="113" idx="1"/>
          </p:cNvCxnSpPr>
          <p:nvPr/>
        </p:nvCxnSpPr>
        <p:spPr>
          <a:xfrm rot="10800000" flipH="1">
            <a:off x="7767803" y="4399441"/>
            <a:ext cx="9453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5" name="Google Shape;115;p13"/>
          <p:cNvSpPr/>
          <p:nvPr/>
        </p:nvSpPr>
        <p:spPr>
          <a:xfrm>
            <a:off x="8713196" y="2535567"/>
            <a:ext cx="1569769" cy="81927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01.04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Documents</a:t>
            </a:r>
            <a:endParaRPr/>
          </a:p>
        </p:txBody>
      </p:sp>
      <p:cxnSp>
        <p:nvCxnSpPr>
          <p:cNvPr id="116" name="Google Shape;116;p13"/>
          <p:cNvCxnSpPr>
            <a:endCxn id="113" idx="0"/>
          </p:cNvCxnSpPr>
          <p:nvPr/>
        </p:nvCxnSpPr>
        <p:spPr>
          <a:xfrm>
            <a:off x="9498081" y="3354775"/>
            <a:ext cx="0" cy="65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" name="Google Shape;117;p13"/>
          <p:cNvCxnSpPr/>
          <p:nvPr/>
        </p:nvCxnSpPr>
        <p:spPr>
          <a:xfrm rot="10800000">
            <a:off x="9640111" y="3340621"/>
            <a:ext cx="0" cy="65488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8" name="Google Shape;118;p13"/>
          <p:cNvSpPr txBox="1"/>
          <p:nvPr/>
        </p:nvSpPr>
        <p:spPr>
          <a:xfrm>
            <a:off x="8713196" y="3450897"/>
            <a:ext cx="108255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Documents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(Verified)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9638743" y="3449266"/>
            <a:ext cx="181617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Document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</a:t>
            </a:r>
            <a:endParaRPr/>
          </a:p>
        </p:txBody>
      </p:sp>
      <p:cxnSp>
        <p:nvCxnSpPr>
          <p:cNvPr id="120" name="Google Shape;120;p13"/>
          <p:cNvCxnSpPr>
            <a:stCxn id="113" idx="3"/>
            <a:endCxn id="95" idx="1"/>
          </p:cNvCxnSpPr>
          <p:nvPr/>
        </p:nvCxnSpPr>
        <p:spPr>
          <a:xfrm>
            <a:off x="10282965" y="4399493"/>
            <a:ext cx="722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2922077" y="206120"/>
            <a:ext cx="61167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</a:t>
            </a:r>
            <a:r>
              <a:rPr lang="en-IN" sz="18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  <a:r>
              <a:rPr lang="en-IN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Logical , S2 Scope</a:t>
            </a:r>
            <a:endParaRPr sz="1800" b="1" i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4" descr="Man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7628" y="847568"/>
            <a:ext cx="832704" cy="86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5676207" y="1639466"/>
            <a:ext cx="6085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2121038" y="4124894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02.02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Income &amp;Expenses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5012280" y="4142938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03.01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Financial Coaching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8182770" y="4124894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03.03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Financial Literacy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8182769" y="5475013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03.02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Notifications</a:t>
            </a:r>
            <a:endParaRPr/>
          </a:p>
        </p:txBody>
      </p:sp>
      <p:cxnSp>
        <p:nvCxnSpPr>
          <p:cNvPr id="132" name="Google Shape;132;p14"/>
          <p:cNvCxnSpPr>
            <a:stCxn id="133" idx="1"/>
            <a:endCxn id="128" idx="0"/>
          </p:cNvCxnSpPr>
          <p:nvPr/>
        </p:nvCxnSpPr>
        <p:spPr>
          <a:xfrm flipH="1">
            <a:off x="3089186" y="2985418"/>
            <a:ext cx="1961400" cy="1139400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" name="Google Shape;134;p14"/>
          <p:cNvCxnSpPr>
            <a:endCxn id="133" idx="1"/>
          </p:cNvCxnSpPr>
          <p:nvPr/>
        </p:nvCxnSpPr>
        <p:spPr>
          <a:xfrm rot="10800000" flipH="1">
            <a:off x="3072386" y="2985418"/>
            <a:ext cx="1978200" cy="111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5" name="Google Shape;135;p14"/>
          <p:cNvCxnSpPr/>
          <p:nvPr/>
        </p:nvCxnSpPr>
        <p:spPr>
          <a:xfrm>
            <a:off x="5750134" y="3450608"/>
            <a:ext cx="0" cy="68720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6" name="Google Shape;136;p14"/>
          <p:cNvCxnSpPr/>
          <p:nvPr/>
        </p:nvCxnSpPr>
        <p:spPr>
          <a:xfrm rot="10800000">
            <a:off x="6090642" y="3437686"/>
            <a:ext cx="0" cy="68720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7" name="Google Shape;137;p14"/>
          <p:cNvCxnSpPr>
            <a:stCxn id="130" idx="0"/>
            <a:endCxn id="133" idx="3"/>
          </p:cNvCxnSpPr>
          <p:nvPr/>
        </p:nvCxnSpPr>
        <p:spPr>
          <a:xfrm rot="5400000" flipH="1">
            <a:off x="7499308" y="2473244"/>
            <a:ext cx="1139400" cy="2163900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8" name="Google Shape;138;p14"/>
          <p:cNvCxnSpPr>
            <a:stCxn id="133" idx="3"/>
            <a:endCxn id="130" idx="0"/>
          </p:cNvCxnSpPr>
          <p:nvPr/>
        </p:nvCxnSpPr>
        <p:spPr>
          <a:xfrm>
            <a:off x="6986962" y="2985418"/>
            <a:ext cx="2163900" cy="1139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9" name="Google Shape;139;p14"/>
          <p:cNvCxnSpPr>
            <a:stCxn id="129" idx="2"/>
            <a:endCxn id="131" idx="1"/>
          </p:cNvCxnSpPr>
          <p:nvPr/>
        </p:nvCxnSpPr>
        <p:spPr>
          <a:xfrm rot="-5400000" flipH="1">
            <a:off x="6625168" y="4336438"/>
            <a:ext cx="912900" cy="2202300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0" name="Google Shape;140;p14"/>
          <p:cNvCxnSpPr>
            <a:stCxn id="130" idx="2"/>
            <a:endCxn id="131" idx="0"/>
          </p:cNvCxnSpPr>
          <p:nvPr/>
        </p:nvCxnSpPr>
        <p:spPr>
          <a:xfrm>
            <a:off x="9150958" y="4963094"/>
            <a:ext cx="0" cy="511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1" name="Google Shape;141;p14"/>
          <p:cNvCxnSpPr>
            <a:stCxn id="131" idx="3"/>
            <a:endCxn id="126" idx="3"/>
          </p:cNvCxnSpPr>
          <p:nvPr/>
        </p:nvCxnSpPr>
        <p:spPr>
          <a:xfrm rot="10800000">
            <a:off x="6350245" y="1278913"/>
            <a:ext cx="3768900" cy="4615200"/>
          </a:xfrm>
          <a:prstGeom prst="bentConnector3">
            <a:avLst>
              <a:gd name="adj1" fmla="val -6066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2" name="Google Shape;142;p14"/>
          <p:cNvSpPr txBox="1"/>
          <p:nvPr/>
        </p:nvSpPr>
        <p:spPr>
          <a:xfrm>
            <a:off x="3219592" y="2782171"/>
            <a:ext cx="19363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Income &amp; Expense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 rot="-1730018">
            <a:off x="3178652" y="3277561"/>
            <a:ext cx="193637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Financial Summary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5111566" y="3632466"/>
            <a:ext cx="10402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Coaching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6081291" y="3637589"/>
            <a:ext cx="13679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Coaching Advice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 rot="1655886">
            <a:off x="7368170" y="3358300"/>
            <a:ext cx="15165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Learning Content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7388502" y="2773802"/>
            <a:ext cx="21402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Learning Progress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6390485" y="5678354"/>
            <a:ext cx="17014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Coaching Reminders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8273681" y="5077243"/>
            <a:ext cx="10930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Tips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 rot="5400000">
            <a:off x="9036383" y="3777086"/>
            <a:ext cx="28465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Notifications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5050586" y="2566318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1" name="Google Shape;151;p14"/>
          <p:cNvCxnSpPr/>
          <p:nvPr/>
        </p:nvCxnSpPr>
        <p:spPr>
          <a:xfrm>
            <a:off x="5933980" y="1885687"/>
            <a:ext cx="0" cy="68349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2" name="Google Shape;152;p14"/>
          <p:cNvSpPr txBox="1"/>
          <p:nvPr/>
        </p:nvSpPr>
        <p:spPr>
          <a:xfrm>
            <a:off x="5868377" y="2051649"/>
            <a:ext cx="83270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/>
        </p:nvSpPr>
        <p:spPr>
          <a:xfrm>
            <a:off x="2922077" y="206120"/>
            <a:ext cx="61167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</a:t>
            </a:r>
            <a:r>
              <a:rPr lang="en-IN" sz="18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  <a:r>
              <a:rPr lang="en-IN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Physical , S2 Scope</a:t>
            </a:r>
            <a:endParaRPr sz="1800" b="1" i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15" descr="Man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7628" y="847568"/>
            <a:ext cx="832704" cy="86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5676207" y="1639466"/>
            <a:ext cx="6085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2121038" y="4124894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02.02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Income &amp;Expenses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5012280" y="4142938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03.01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Financial Coaching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8182770" y="4124894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03.03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Financial Literacy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8182769" y="5475013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03.02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Notifications</a:t>
            </a:r>
            <a:endParaRPr/>
          </a:p>
        </p:txBody>
      </p:sp>
      <p:cxnSp>
        <p:nvCxnSpPr>
          <p:cNvPr id="164" name="Google Shape;164;p15"/>
          <p:cNvCxnSpPr>
            <a:stCxn id="165" idx="1"/>
            <a:endCxn id="160" idx="0"/>
          </p:cNvCxnSpPr>
          <p:nvPr/>
        </p:nvCxnSpPr>
        <p:spPr>
          <a:xfrm flipH="1">
            <a:off x="3089186" y="2985418"/>
            <a:ext cx="1961400" cy="1139400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6" name="Google Shape;166;p15"/>
          <p:cNvCxnSpPr>
            <a:endCxn id="165" idx="1"/>
          </p:cNvCxnSpPr>
          <p:nvPr/>
        </p:nvCxnSpPr>
        <p:spPr>
          <a:xfrm rot="10800000" flipH="1">
            <a:off x="3072386" y="2985418"/>
            <a:ext cx="1978200" cy="111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7" name="Google Shape;167;p15"/>
          <p:cNvCxnSpPr/>
          <p:nvPr/>
        </p:nvCxnSpPr>
        <p:spPr>
          <a:xfrm>
            <a:off x="5750134" y="3450608"/>
            <a:ext cx="0" cy="68720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8" name="Google Shape;168;p15"/>
          <p:cNvCxnSpPr/>
          <p:nvPr/>
        </p:nvCxnSpPr>
        <p:spPr>
          <a:xfrm rot="10800000">
            <a:off x="6090642" y="3437686"/>
            <a:ext cx="0" cy="68720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9" name="Google Shape;169;p15"/>
          <p:cNvCxnSpPr>
            <a:stCxn id="162" idx="0"/>
            <a:endCxn id="165" idx="3"/>
          </p:cNvCxnSpPr>
          <p:nvPr/>
        </p:nvCxnSpPr>
        <p:spPr>
          <a:xfrm rot="5400000" flipH="1">
            <a:off x="7499308" y="2473244"/>
            <a:ext cx="1139400" cy="2163900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0" name="Google Shape;170;p15"/>
          <p:cNvCxnSpPr>
            <a:stCxn id="165" idx="3"/>
            <a:endCxn id="162" idx="0"/>
          </p:cNvCxnSpPr>
          <p:nvPr/>
        </p:nvCxnSpPr>
        <p:spPr>
          <a:xfrm>
            <a:off x="6986962" y="2985418"/>
            <a:ext cx="2163900" cy="1139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1" name="Google Shape;171;p15"/>
          <p:cNvCxnSpPr>
            <a:stCxn id="161" idx="2"/>
            <a:endCxn id="163" idx="1"/>
          </p:cNvCxnSpPr>
          <p:nvPr/>
        </p:nvCxnSpPr>
        <p:spPr>
          <a:xfrm rot="-5400000" flipH="1">
            <a:off x="6625168" y="4336438"/>
            <a:ext cx="912900" cy="2202300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2" name="Google Shape;172;p15"/>
          <p:cNvCxnSpPr>
            <a:stCxn id="162" idx="2"/>
            <a:endCxn id="163" idx="0"/>
          </p:cNvCxnSpPr>
          <p:nvPr/>
        </p:nvCxnSpPr>
        <p:spPr>
          <a:xfrm>
            <a:off x="9150958" y="4963094"/>
            <a:ext cx="0" cy="511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3" name="Google Shape;173;p15"/>
          <p:cNvCxnSpPr>
            <a:stCxn id="163" idx="3"/>
            <a:endCxn id="158" idx="3"/>
          </p:cNvCxnSpPr>
          <p:nvPr/>
        </p:nvCxnSpPr>
        <p:spPr>
          <a:xfrm rot="10800000">
            <a:off x="6350245" y="1278913"/>
            <a:ext cx="3768900" cy="4615200"/>
          </a:xfrm>
          <a:prstGeom prst="bentConnector3">
            <a:avLst>
              <a:gd name="adj1" fmla="val -6066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4" name="Google Shape;174;p15"/>
          <p:cNvSpPr txBox="1"/>
          <p:nvPr/>
        </p:nvSpPr>
        <p:spPr>
          <a:xfrm>
            <a:off x="3219592" y="2782171"/>
            <a:ext cx="19363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Income &amp; Expense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 rot="-1730018">
            <a:off x="3178652" y="3277561"/>
            <a:ext cx="193637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Financial Summary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5111566" y="3632466"/>
            <a:ext cx="10402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Coaching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6081291" y="3637589"/>
            <a:ext cx="13679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Coaching Advice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 rot="1655886">
            <a:off x="7368170" y="3358300"/>
            <a:ext cx="15165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Learning Content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7388502" y="2773802"/>
            <a:ext cx="21402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Learning Progress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6390485" y="5678354"/>
            <a:ext cx="17014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Coaching Reminders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8273681" y="5077243"/>
            <a:ext cx="10930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Tips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 rot="5400000">
            <a:off x="9036383" y="3777086"/>
            <a:ext cx="28465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Notifications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5050586" y="2566318"/>
            <a:ext cx="193637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3" name="Google Shape;183;p15"/>
          <p:cNvCxnSpPr/>
          <p:nvPr/>
        </p:nvCxnSpPr>
        <p:spPr>
          <a:xfrm>
            <a:off x="5933980" y="1885687"/>
            <a:ext cx="0" cy="68349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4" name="Google Shape;184;p15"/>
          <p:cNvSpPr txBox="1"/>
          <p:nvPr/>
        </p:nvSpPr>
        <p:spPr>
          <a:xfrm>
            <a:off x="5868377" y="2051649"/>
            <a:ext cx="83270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Authorized</a:t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4832400" y="2043976"/>
            <a:ext cx="794350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D1 Users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15"/>
          <p:cNvCxnSpPr/>
          <p:nvPr/>
        </p:nvCxnSpPr>
        <p:spPr>
          <a:xfrm>
            <a:off x="5229580" y="2239662"/>
            <a:ext cx="72900" cy="3321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7" name="Google Shape;187;p15"/>
          <p:cNvSpPr/>
          <p:nvPr/>
        </p:nvSpPr>
        <p:spPr>
          <a:xfrm>
            <a:off x="10660625" y="4464213"/>
            <a:ext cx="794350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D1 Users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5"/>
          <p:cNvCxnSpPr>
            <a:stCxn id="187" idx="1"/>
            <a:endCxn id="162" idx="3"/>
          </p:cNvCxnSpPr>
          <p:nvPr/>
        </p:nvCxnSpPr>
        <p:spPr>
          <a:xfrm rot="10800000">
            <a:off x="10119125" y="4544051"/>
            <a:ext cx="541500" cy="180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9" name="Google Shape;189;p15"/>
          <p:cNvSpPr/>
          <p:nvPr/>
        </p:nvSpPr>
        <p:spPr>
          <a:xfrm>
            <a:off x="6775650" y="5231901"/>
            <a:ext cx="794350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D1 Users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5"/>
          <p:cNvCxnSpPr/>
          <p:nvPr/>
        </p:nvCxnSpPr>
        <p:spPr>
          <a:xfrm rot="10800000">
            <a:off x="6532975" y="4970601"/>
            <a:ext cx="399000" cy="2793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1" name="Google Shape;191;p15"/>
          <p:cNvCxnSpPr>
            <a:stCxn id="189" idx="2"/>
          </p:cNvCxnSpPr>
          <p:nvPr/>
        </p:nvCxnSpPr>
        <p:spPr>
          <a:xfrm>
            <a:off x="7172825" y="5427576"/>
            <a:ext cx="1054200" cy="2619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2" name="Google Shape;192;p15"/>
          <p:cNvSpPr/>
          <p:nvPr/>
        </p:nvSpPr>
        <p:spPr>
          <a:xfrm>
            <a:off x="2363250" y="2297875"/>
            <a:ext cx="1093050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>
                <a:latin typeface="Calibri"/>
                <a:ea typeface="Calibri"/>
                <a:cs typeface="Calibri"/>
                <a:sym typeface="Calibri"/>
              </a:rPr>
              <a:t>D2 Bank Account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15"/>
          <p:cNvCxnSpPr/>
          <p:nvPr/>
        </p:nvCxnSpPr>
        <p:spPr>
          <a:xfrm>
            <a:off x="2450755" y="2493562"/>
            <a:ext cx="3600" cy="16407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4" name="Google Shape;194;p15"/>
          <p:cNvCxnSpPr>
            <a:stCxn id="192" idx="3"/>
          </p:cNvCxnSpPr>
          <p:nvPr/>
        </p:nvCxnSpPr>
        <p:spPr>
          <a:xfrm>
            <a:off x="3456300" y="2395713"/>
            <a:ext cx="1604100" cy="3765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5" name="Google Shape;195;p15"/>
          <p:cNvSpPr/>
          <p:nvPr/>
        </p:nvSpPr>
        <p:spPr>
          <a:xfrm>
            <a:off x="4719500" y="5425400"/>
            <a:ext cx="1093050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>
                <a:latin typeface="Calibri"/>
                <a:ea typeface="Calibri"/>
                <a:cs typeface="Calibri"/>
                <a:sym typeface="Calibri"/>
              </a:rPr>
              <a:t>D4 Document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2177700" y="1980175"/>
            <a:ext cx="1278600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>
                <a:latin typeface="Calibri"/>
                <a:ea typeface="Calibri"/>
                <a:cs typeface="Calibri"/>
                <a:sym typeface="Calibri"/>
              </a:rPr>
              <a:t>D3 Transaction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15"/>
          <p:cNvCxnSpPr/>
          <p:nvPr/>
        </p:nvCxnSpPr>
        <p:spPr>
          <a:xfrm>
            <a:off x="2264405" y="2175862"/>
            <a:ext cx="3300" cy="19584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8" name="Google Shape;198;p15"/>
          <p:cNvCxnSpPr>
            <a:stCxn id="196" idx="3"/>
          </p:cNvCxnSpPr>
          <p:nvPr/>
        </p:nvCxnSpPr>
        <p:spPr>
          <a:xfrm>
            <a:off x="3456300" y="2078013"/>
            <a:ext cx="1604100" cy="5880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" name="Google Shape;199;p15"/>
          <p:cNvCxnSpPr>
            <a:stCxn id="195" idx="0"/>
          </p:cNvCxnSpPr>
          <p:nvPr/>
        </p:nvCxnSpPr>
        <p:spPr>
          <a:xfrm rot="10800000" flipH="1">
            <a:off x="5266025" y="4977500"/>
            <a:ext cx="250800" cy="4479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0" name="Google Shape;200;p15"/>
          <p:cNvSpPr/>
          <p:nvPr/>
        </p:nvSpPr>
        <p:spPr>
          <a:xfrm>
            <a:off x="7086450" y="3982675"/>
            <a:ext cx="1040200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>
                <a:latin typeface="Calibri"/>
                <a:ea typeface="Calibri"/>
                <a:cs typeface="Calibri"/>
                <a:sym typeface="Calibri"/>
              </a:rPr>
              <a:t>D5 Notification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15"/>
          <p:cNvCxnSpPr>
            <a:stCxn id="200" idx="2"/>
          </p:cNvCxnSpPr>
          <p:nvPr/>
        </p:nvCxnSpPr>
        <p:spPr>
          <a:xfrm>
            <a:off x="7606550" y="4178350"/>
            <a:ext cx="677400" cy="12966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2" name="Google Shape;202;p15"/>
          <p:cNvCxnSpPr>
            <a:stCxn id="200" idx="0"/>
          </p:cNvCxnSpPr>
          <p:nvPr/>
        </p:nvCxnSpPr>
        <p:spPr>
          <a:xfrm rot="10800000">
            <a:off x="6954950" y="3339175"/>
            <a:ext cx="651600" cy="6435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3" name="Google Shape;203;p15"/>
          <p:cNvSpPr/>
          <p:nvPr/>
        </p:nvSpPr>
        <p:spPr>
          <a:xfrm>
            <a:off x="4057425" y="3632475"/>
            <a:ext cx="1002975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>
                <a:latin typeface="Calibri"/>
                <a:ea typeface="Calibri"/>
                <a:cs typeface="Calibri"/>
                <a:sym typeface="Calibri"/>
              </a:rPr>
              <a:t>D6 Subscription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5"/>
          <p:cNvCxnSpPr/>
          <p:nvPr/>
        </p:nvCxnSpPr>
        <p:spPr>
          <a:xfrm flipH="1">
            <a:off x="4913250" y="3290725"/>
            <a:ext cx="147300" cy="3567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5" name="Google Shape;205;p15"/>
          <p:cNvCxnSpPr/>
          <p:nvPr/>
        </p:nvCxnSpPr>
        <p:spPr>
          <a:xfrm>
            <a:off x="4794350" y="3828150"/>
            <a:ext cx="238500" cy="3960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6" name="Google Shape;206;p15"/>
          <p:cNvSpPr/>
          <p:nvPr/>
        </p:nvSpPr>
        <p:spPr>
          <a:xfrm>
            <a:off x="3657146" y="5190650"/>
            <a:ext cx="1493325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>
                <a:latin typeface="Calibri"/>
                <a:ea typeface="Calibri"/>
                <a:cs typeface="Calibri"/>
                <a:sym typeface="Calibri"/>
              </a:rPr>
              <a:t>D7 Compliance Policy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5"/>
          <p:cNvCxnSpPr>
            <a:stCxn id="206" idx="0"/>
          </p:cNvCxnSpPr>
          <p:nvPr/>
        </p:nvCxnSpPr>
        <p:spPr>
          <a:xfrm rot="10800000" flipH="1">
            <a:off x="4403809" y="4832450"/>
            <a:ext cx="601500" cy="3582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8" name="Google Shape;208;p15"/>
          <p:cNvSpPr/>
          <p:nvPr/>
        </p:nvSpPr>
        <p:spPr>
          <a:xfrm>
            <a:off x="6807550" y="2052051"/>
            <a:ext cx="794350" cy="195675"/>
          </a:xfrm>
          <a:prstGeom prst="flowChartProcess">
            <a:avLst/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900">
                <a:latin typeface="Calibri"/>
                <a:ea typeface="Calibri"/>
                <a:cs typeface="Calibri"/>
                <a:sym typeface="Calibri"/>
              </a:rPr>
              <a:t>D8 TaxForm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5"/>
          <p:cNvCxnSpPr/>
          <p:nvPr/>
        </p:nvCxnSpPr>
        <p:spPr>
          <a:xfrm flipH="1">
            <a:off x="6698955" y="2239662"/>
            <a:ext cx="288000" cy="3459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-935548" y="82295"/>
            <a:ext cx="61167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</a:t>
            </a:r>
            <a:r>
              <a:rPr lang="en-IN" sz="18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  <a:r>
              <a:rPr lang="en-I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Logical , S3 Scope</a:t>
            </a:r>
            <a:endParaRPr sz="1800" b="1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4" descr="Man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4784" y="82295"/>
            <a:ext cx="832704" cy="86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5544164" y="937981"/>
            <a:ext cx="6085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 dirty="0"/>
          </a:p>
        </p:txBody>
      </p:sp>
      <p:sp>
        <p:nvSpPr>
          <p:cNvPr id="133" name="Google Shape;133;p14"/>
          <p:cNvSpPr/>
          <p:nvPr/>
        </p:nvSpPr>
        <p:spPr>
          <a:xfrm>
            <a:off x="1641456" y="4632953"/>
            <a:ext cx="1330677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Engagement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1" name="Google Shape;151;p14"/>
          <p:cNvCxnSpPr>
            <a:cxnSpLocks/>
          </p:cNvCxnSpPr>
          <p:nvPr/>
        </p:nvCxnSpPr>
        <p:spPr>
          <a:xfrm>
            <a:off x="5795731" y="1167888"/>
            <a:ext cx="0" cy="4292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2" name="Google Shape;152;p14"/>
          <p:cNvSpPr txBox="1"/>
          <p:nvPr/>
        </p:nvSpPr>
        <p:spPr>
          <a:xfrm>
            <a:off x="5751575" y="1239728"/>
            <a:ext cx="83270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Authorized</a:t>
            </a:r>
            <a:endParaRPr dirty="0"/>
          </a:p>
        </p:txBody>
      </p:sp>
      <p:sp>
        <p:nvSpPr>
          <p:cNvPr id="32" name="Google Shape;133;p14">
            <a:extLst>
              <a:ext uri="{FF2B5EF4-FFF2-40B4-BE49-F238E27FC236}">
                <a16:creationId xmlns:a16="http://schemas.microsoft.com/office/drawing/2014/main" id="{7DF5CE24-EC1D-42BD-A976-E61E035327AD}"/>
              </a:ext>
            </a:extLst>
          </p:cNvPr>
          <p:cNvSpPr/>
          <p:nvPr/>
        </p:nvSpPr>
        <p:spPr>
          <a:xfrm>
            <a:off x="126648" y="4616795"/>
            <a:ext cx="1343337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02.03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Currency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133;p14">
            <a:extLst>
              <a:ext uri="{FF2B5EF4-FFF2-40B4-BE49-F238E27FC236}">
                <a16:creationId xmlns:a16="http://schemas.microsoft.com/office/drawing/2014/main" id="{16B7C453-C80E-4BEE-AFCE-1E0D26219F41}"/>
              </a:ext>
            </a:extLst>
          </p:cNvPr>
          <p:cNvSpPr/>
          <p:nvPr/>
        </p:nvSpPr>
        <p:spPr>
          <a:xfrm>
            <a:off x="4977993" y="1658828"/>
            <a:ext cx="160628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01.03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(Main Menu)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133;p14">
            <a:extLst>
              <a:ext uri="{FF2B5EF4-FFF2-40B4-BE49-F238E27FC236}">
                <a16:creationId xmlns:a16="http://schemas.microsoft.com/office/drawing/2014/main" id="{70AB5D46-9755-40FC-9786-EDC23882702C}"/>
              </a:ext>
            </a:extLst>
          </p:cNvPr>
          <p:cNvSpPr/>
          <p:nvPr/>
        </p:nvSpPr>
        <p:spPr>
          <a:xfrm>
            <a:off x="3143604" y="4616795"/>
            <a:ext cx="1330677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04.01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Resources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133;p14">
            <a:extLst>
              <a:ext uri="{FF2B5EF4-FFF2-40B4-BE49-F238E27FC236}">
                <a16:creationId xmlns:a16="http://schemas.microsoft.com/office/drawing/2014/main" id="{DBA6F452-8C29-4F7A-9590-E3EDC9EFF778}"/>
              </a:ext>
            </a:extLst>
          </p:cNvPr>
          <p:cNvSpPr/>
          <p:nvPr/>
        </p:nvSpPr>
        <p:spPr>
          <a:xfrm>
            <a:off x="4645752" y="4616795"/>
            <a:ext cx="1261179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04.03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Policies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133;p14">
            <a:extLst>
              <a:ext uri="{FF2B5EF4-FFF2-40B4-BE49-F238E27FC236}">
                <a16:creationId xmlns:a16="http://schemas.microsoft.com/office/drawing/2014/main" id="{10DF8CDA-B02B-4D6A-8C1D-06F6EE6E6A67}"/>
              </a:ext>
            </a:extLst>
          </p:cNvPr>
          <p:cNvSpPr/>
          <p:nvPr/>
        </p:nvSpPr>
        <p:spPr>
          <a:xfrm>
            <a:off x="6029970" y="4616795"/>
            <a:ext cx="1330677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04.04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Reports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133;p14">
            <a:extLst>
              <a:ext uri="{FF2B5EF4-FFF2-40B4-BE49-F238E27FC236}">
                <a16:creationId xmlns:a16="http://schemas.microsoft.com/office/drawing/2014/main" id="{CF505BD8-8852-4717-8B47-FC358DE006DB}"/>
              </a:ext>
            </a:extLst>
          </p:cNvPr>
          <p:cNvSpPr/>
          <p:nvPr/>
        </p:nvSpPr>
        <p:spPr>
          <a:xfrm>
            <a:off x="7483686" y="4616795"/>
            <a:ext cx="1421403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05.01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Subscriptions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133;p14">
            <a:extLst>
              <a:ext uri="{FF2B5EF4-FFF2-40B4-BE49-F238E27FC236}">
                <a16:creationId xmlns:a16="http://schemas.microsoft.com/office/drawing/2014/main" id="{031A4F11-D8C4-4459-8F92-7396F13BF5B3}"/>
              </a:ext>
            </a:extLst>
          </p:cNvPr>
          <p:cNvSpPr/>
          <p:nvPr/>
        </p:nvSpPr>
        <p:spPr>
          <a:xfrm>
            <a:off x="9028128" y="4616795"/>
            <a:ext cx="1321152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05.02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Payment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133;p14">
            <a:extLst>
              <a:ext uri="{FF2B5EF4-FFF2-40B4-BE49-F238E27FC236}">
                <a16:creationId xmlns:a16="http://schemas.microsoft.com/office/drawing/2014/main" id="{55D6694F-1FEB-4679-A1AA-DBB0043353BA}"/>
              </a:ext>
            </a:extLst>
          </p:cNvPr>
          <p:cNvSpPr/>
          <p:nvPr/>
        </p:nvSpPr>
        <p:spPr>
          <a:xfrm>
            <a:off x="10472319" y="4616795"/>
            <a:ext cx="1397352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05.03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User’s Request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4D6B1E-3DB6-4FBE-86A5-3F5566F00C9E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798317" y="1924050"/>
            <a:ext cx="4205393" cy="269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1E0F5C-FAE6-45CD-8F80-50581021CAB2}"/>
              </a:ext>
            </a:extLst>
          </p:cNvPr>
          <p:cNvCxnSpPr>
            <a:stCxn id="33" idx="1"/>
          </p:cNvCxnSpPr>
          <p:nvPr/>
        </p:nvCxnSpPr>
        <p:spPr>
          <a:xfrm flipH="1">
            <a:off x="1028700" y="2077928"/>
            <a:ext cx="3949293" cy="2538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7F5DA0-0025-4DE0-BD89-AF97459B4AC7}"/>
              </a:ext>
            </a:extLst>
          </p:cNvPr>
          <p:cNvCxnSpPr>
            <a:cxnSpLocks/>
            <a:stCxn id="33" idx="1"/>
            <a:endCxn id="133" idx="0"/>
          </p:cNvCxnSpPr>
          <p:nvPr/>
        </p:nvCxnSpPr>
        <p:spPr>
          <a:xfrm flipH="1">
            <a:off x="2306795" y="2077928"/>
            <a:ext cx="2671198" cy="2555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43D9F7-FA0E-45A5-B3B3-4B2920197ADF}"/>
              </a:ext>
            </a:extLst>
          </p:cNvPr>
          <p:cNvCxnSpPr>
            <a:cxnSpLocks/>
          </p:cNvCxnSpPr>
          <p:nvPr/>
        </p:nvCxnSpPr>
        <p:spPr>
          <a:xfrm flipV="1">
            <a:off x="2429834" y="2241205"/>
            <a:ext cx="2548159" cy="2375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93522E-4CE6-4909-88EC-AB5313DF9923}"/>
              </a:ext>
            </a:extLst>
          </p:cNvPr>
          <p:cNvCxnSpPr>
            <a:stCxn id="34" idx="0"/>
          </p:cNvCxnSpPr>
          <p:nvPr/>
        </p:nvCxnSpPr>
        <p:spPr>
          <a:xfrm flipV="1">
            <a:off x="3808943" y="2400300"/>
            <a:ext cx="1194767" cy="2216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87BE2E-BD0B-46B8-9EC6-967DDA3F2197}"/>
              </a:ext>
            </a:extLst>
          </p:cNvPr>
          <p:cNvCxnSpPr/>
          <p:nvPr/>
        </p:nvCxnSpPr>
        <p:spPr>
          <a:xfrm flipH="1">
            <a:off x="3962400" y="2497028"/>
            <a:ext cx="1114425" cy="211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977C48-E1FD-433F-97EC-4C0BC6CB7F0C}"/>
              </a:ext>
            </a:extLst>
          </p:cNvPr>
          <p:cNvCxnSpPr>
            <a:endCxn id="35" idx="0"/>
          </p:cNvCxnSpPr>
          <p:nvPr/>
        </p:nvCxnSpPr>
        <p:spPr>
          <a:xfrm flipH="1">
            <a:off x="5276342" y="2497028"/>
            <a:ext cx="88442" cy="211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0C73F0-58B3-426C-BA93-425F44A7632E}"/>
              </a:ext>
            </a:extLst>
          </p:cNvPr>
          <p:cNvCxnSpPr/>
          <p:nvPr/>
        </p:nvCxnSpPr>
        <p:spPr>
          <a:xfrm flipV="1">
            <a:off x="5467350" y="2497028"/>
            <a:ext cx="76814" cy="211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2D0AE6-1662-4A90-B9B4-7948F6A846FB}"/>
              </a:ext>
            </a:extLst>
          </p:cNvPr>
          <p:cNvCxnSpPr>
            <a:stCxn id="36" idx="0"/>
            <a:endCxn id="33" idx="2"/>
          </p:cNvCxnSpPr>
          <p:nvPr/>
        </p:nvCxnSpPr>
        <p:spPr>
          <a:xfrm flipH="1" flipV="1">
            <a:off x="5781136" y="2497028"/>
            <a:ext cx="914173" cy="211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E129BE8-FA5F-455A-9BF4-6EAA041A93F1}"/>
              </a:ext>
            </a:extLst>
          </p:cNvPr>
          <p:cNvCxnSpPr/>
          <p:nvPr/>
        </p:nvCxnSpPr>
        <p:spPr>
          <a:xfrm>
            <a:off x="5906931" y="2497028"/>
            <a:ext cx="940930" cy="211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0278066-C386-49A8-92D5-3E72D71EEFE2}"/>
              </a:ext>
            </a:extLst>
          </p:cNvPr>
          <p:cNvCxnSpPr>
            <a:endCxn id="37" idx="0"/>
          </p:cNvCxnSpPr>
          <p:nvPr/>
        </p:nvCxnSpPr>
        <p:spPr>
          <a:xfrm>
            <a:off x="6238222" y="2497028"/>
            <a:ext cx="1956166" cy="211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70EB450-B599-48CD-AE9B-3C8F91C8E726}"/>
              </a:ext>
            </a:extLst>
          </p:cNvPr>
          <p:cNvCxnSpPr/>
          <p:nvPr/>
        </p:nvCxnSpPr>
        <p:spPr>
          <a:xfrm flipH="1" flipV="1">
            <a:off x="6377396" y="2497028"/>
            <a:ext cx="2033179" cy="211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E452EAC-590B-4D5B-9D1E-98BAF4D7245D}"/>
              </a:ext>
            </a:extLst>
          </p:cNvPr>
          <p:cNvCxnSpPr>
            <a:stCxn id="33" idx="3"/>
            <a:endCxn id="38" idx="0"/>
          </p:cNvCxnSpPr>
          <p:nvPr/>
        </p:nvCxnSpPr>
        <p:spPr>
          <a:xfrm>
            <a:off x="6584279" y="2077928"/>
            <a:ext cx="3104425" cy="2538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E4B215E-38E3-487C-A18E-B70A2F452E73}"/>
              </a:ext>
            </a:extLst>
          </p:cNvPr>
          <p:cNvCxnSpPr/>
          <p:nvPr/>
        </p:nvCxnSpPr>
        <p:spPr>
          <a:xfrm flipH="1" flipV="1">
            <a:off x="6584279" y="1924050"/>
            <a:ext cx="3274096" cy="269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3450442-F92E-4334-B887-7CF369D9145C}"/>
              </a:ext>
            </a:extLst>
          </p:cNvPr>
          <p:cNvCxnSpPr>
            <a:stCxn id="39" idx="0"/>
          </p:cNvCxnSpPr>
          <p:nvPr/>
        </p:nvCxnSpPr>
        <p:spPr>
          <a:xfrm flipH="1" flipV="1">
            <a:off x="6584279" y="1733550"/>
            <a:ext cx="4586716" cy="288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B880659-A345-4BED-AC34-559FFE4D4381}"/>
              </a:ext>
            </a:extLst>
          </p:cNvPr>
          <p:cNvCxnSpPr/>
          <p:nvPr/>
        </p:nvCxnSpPr>
        <p:spPr>
          <a:xfrm>
            <a:off x="6467475" y="1658828"/>
            <a:ext cx="5057775" cy="2957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25F3FA8-FE92-40D2-AB1D-3C2EE5DE4072}"/>
              </a:ext>
            </a:extLst>
          </p:cNvPr>
          <p:cNvSpPr txBox="1"/>
          <p:nvPr/>
        </p:nvSpPr>
        <p:spPr>
          <a:xfrm rot="19633976">
            <a:off x="1266814" y="3868086"/>
            <a:ext cx="17780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Currency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529419-D4DB-4B17-9B67-3958641C5DBC}"/>
              </a:ext>
            </a:extLst>
          </p:cNvPr>
          <p:cNvSpPr txBox="1"/>
          <p:nvPr/>
        </p:nvSpPr>
        <p:spPr>
          <a:xfrm rot="19614565">
            <a:off x="1153945" y="3800241"/>
            <a:ext cx="1141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Insights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A985A3-060A-4DAC-8D47-3823B779CE60}"/>
              </a:ext>
            </a:extLst>
          </p:cNvPr>
          <p:cNvSpPr txBox="1"/>
          <p:nvPr/>
        </p:nvSpPr>
        <p:spPr>
          <a:xfrm rot="18949252">
            <a:off x="2725933" y="3358991"/>
            <a:ext cx="11809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Engagement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C50204-00A8-495E-B482-721F21E2C9AC}"/>
              </a:ext>
            </a:extLst>
          </p:cNvPr>
          <p:cNvSpPr txBox="1"/>
          <p:nvPr/>
        </p:nvSpPr>
        <p:spPr>
          <a:xfrm rot="18897211">
            <a:off x="2802690" y="3433800"/>
            <a:ext cx="1792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Insights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07CEC7-72C4-4BA6-A1AD-D5DE1FD3711F}"/>
              </a:ext>
            </a:extLst>
          </p:cNvPr>
          <p:cNvSpPr txBox="1"/>
          <p:nvPr/>
        </p:nvSpPr>
        <p:spPr>
          <a:xfrm rot="17901815">
            <a:off x="3875367" y="3289319"/>
            <a:ext cx="1627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Resources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F159D1-EAFE-4F2C-83C5-189232FF71FC}"/>
              </a:ext>
            </a:extLst>
          </p:cNvPr>
          <p:cNvSpPr txBox="1"/>
          <p:nvPr/>
        </p:nvSpPr>
        <p:spPr>
          <a:xfrm rot="17808514">
            <a:off x="3598042" y="3141714"/>
            <a:ext cx="1627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Resources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6FF25C-37FC-4D9E-B8C4-751E1A4B08FE}"/>
              </a:ext>
            </a:extLst>
          </p:cNvPr>
          <p:cNvSpPr txBox="1"/>
          <p:nvPr/>
        </p:nvSpPr>
        <p:spPr>
          <a:xfrm rot="16407783">
            <a:off x="4714414" y="3421979"/>
            <a:ext cx="10423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Policies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EF60C9-8A43-405F-A9CE-275B404485EC}"/>
              </a:ext>
            </a:extLst>
          </p:cNvPr>
          <p:cNvSpPr txBox="1"/>
          <p:nvPr/>
        </p:nvSpPr>
        <p:spPr>
          <a:xfrm rot="16200000">
            <a:off x="5108944" y="3536479"/>
            <a:ext cx="1016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Policies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052E17-4F93-4EC3-A6CB-C08C79EEA636}"/>
              </a:ext>
            </a:extLst>
          </p:cNvPr>
          <p:cNvSpPr txBox="1"/>
          <p:nvPr/>
        </p:nvSpPr>
        <p:spPr>
          <a:xfrm rot="3875092">
            <a:off x="5892283" y="3487219"/>
            <a:ext cx="12415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D08654-0F5B-4DC4-9ACC-1BE1694C6376}"/>
              </a:ext>
            </a:extLst>
          </p:cNvPr>
          <p:cNvSpPr txBox="1"/>
          <p:nvPr/>
        </p:nvSpPr>
        <p:spPr>
          <a:xfrm rot="14805537">
            <a:off x="5459116" y="3472706"/>
            <a:ext cx="1261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Output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E7D419-D8CC-4060-813C-2258538F19C6}"/>
              </a:ext>
            </a:extLst>
          </p:cNvPr>
          <p:cNvSpPr txBox="1"/>
          <p:nvPr/>
        </p:nvSpPr>
        <p:spPr>
          <a:xfrm rot="13711905">
            <a:off x="6689112" y="3714640"/>
            <a:ext cx="12415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Subscription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9D80FE-613B-42E9-B6AF-87027E2B14DE}"/>
              </a:ext>
            </a:extLst>
          </p:cNvPr>
          <p:cNvSpPr txBox="1"/>
          <p:nvPr/>
        </p:nvSpPr>
        <p:spPr>
          <a:xfrm rot="2816207">
            <a:off x="6967991" y="3472706"/>
            <a:ext cx="12505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Status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2DD01B-CDB9-4219-BB2C-FE0D3632BA41}"/>
              </a:ext>
            </a:extLst>
          </p:cNvPr>
          <p:cNvSpPr txBox="1"/>
          <p:nvPr/>
        </p:nvSpPr>
        <p:spPr>
          <a:xfrm rot="13316124">
            <a:off x="7685275" y="3433799"/>
            <a:ext cx="1095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Payment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EAB32C-60AD-4E65-9898-9425DCE95F96}"/>
              </a:ext>
            </a:extLst>
          </p:cNvPr>
          <p:cNvSpPr txBox="1"/>
          <p:nvPr/>
        </p:nvSpPr>
        <p:spPr>
          <a:xfrm rot="2404916">
            <a:off x="7876674" y="3416372"/>
            <a:ext cx="16325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Confirmation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FD02F7-0C32-42F0-9D48-AE4D310DC1DC}"/>
              </a:ext>
            </a:extLst>
          </p:cNvPr>
          <p:cNvSpPr txBox="1"/>
          <p:nvPr/>
        </p:nvSpPr>
        <p:spPr>
          <a:xfrm rot="1726884">
            <a:off x="9244842" y="3385436"/>
            <a:ext cx="1152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Requests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EC6C232-E263-4B39-8AB1-E26F9130D56A}"/>
              </a:ext>
            </a:extLst>
          </p:cNvPr>
          <p:cNvSpPr txBox="1"/>
          <p:nvPr/>
        </p:nvSpPr>
        <p:spPr>
          <a:xfrm rot="12668439">
            <a:off x="8972872" y="3607386"/>
            <a:ext cx="1209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Response</a:t>
            </a:r>
          </a:p>
        </p:txBody>
      </p:sp>
    </p:spTree>
    <p:extLst>
      <p:ext uri="{BB962C8B-B14F-4D97-AF65-F5344CB8AC3E}">
        <p14:creationId xmlns:p14="http://schemas.microsoft.com/office/powerpoint/2010/main" val="45761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-935548" y="82295"/>
            <a:ext cx="61167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</a:t>
            </a:r>
            <a:r>
              <a:rPr lang="en-IN" sz="18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  <a:r>
              <a:rPr lang="en-I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Physical</a:t>
            </a:r>
            <a:r>
              <a:rPr lang="en-I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S3 Scope</a:t>
            </a:r>
            <a:endParaRPr sz="1800" b="1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4" descr="Man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4784" y="82295"/>
            <a:ext cx="832704" cy="86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5544164" y="937981"/>
            <a:ext cx="6085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 dirty="0"/>
          </a:p>
        </p:txBody>
      </p:sp>
      <p:sp>
        <p:nvSpPr>
          <p:cNvPr id="133" name="Google Shape;133;p14"/>
          <p:cNvSpPr/>
          <p:nvPr/>
        </p:nvSpPr>
        <p:spPr>
          <a:xfrm>
            <a:off x="1777402" y="5249248"/>
            <a:ext cx="1330677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04.04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Reports</a:t>
            </a:r>
          </a:p>
        </p:txBody>
      </p:sp>
      <p:cxnSp>
        <p:nvCxnSpPr>
          <p:cNvPr id="151" name="Google Shape;151;p14"/>
          <p:cNvCxnSpPr>
            <a:cxnSpLocks/>
          </p:cNvCxnSpPr>
          <p:nvPr/>
        </p:nvCxnSpPr>
        <p:spPr>
          <a:xfrm>
            <a:off x="5795731" y="1167888"/>
            <a:ext cx="0" cy="4292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2" name="Google Shape;152;p14"/>
          <p:cNvSpPr txBox="1"/>
          <p:nvPr/>
        </p:nvSpPr>
        <p:spPr>
          <a:xfrm>
            <a:off x="5751575" y="1239728"/>
            <a:ext cx="83270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Authorized</a:t>
            </a:r>
            <a:endParaRPr dirty="0"/>
          </a:p>
        </p:txBody>
      </p:sp>
      <p:sp>
        <p:nvSpPr>
          <p:cNvPr id="32" name="Google Shape;133;p14">
            <a:extLst>
              <a:ext uri="{FF2B5EF4-FFF2-40B4-BE49-F238E27FC236}">
                <a16:creationId xmlns:a16="http://schemas.microsoft.com/office/drawing/2014/main" id="{7DF5CE24-EC1D-42BD-A976-E61E035327AD}"/>
              </a:ext>
            </a:extLst>
          </p:cNvPr>
          <p:cNvSpPr/>
          <p:nvPr/>
        </p:nvSpPr>
        <p:spPr>
          <a:xfrm>
            <a:off x="126648" y="5232682"/>
            <a:ext cx="1343337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02.03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Currency </a:t>
            </a:r>
            <a:endParaRPr lang="en-IN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133;p14">
            <a:extLst>
              <a:ext uri="{FF2B5EF4-FFF2-40B4-BE49-F238E27FC236}">
                <a16:creationId xmlns:a16="http://schemas.microsoft.com/office/drawing/2014/main" id="{16B7C453-C80E-4BEE-AFCE-1E0D26219F41}"/>
              </a:ext>
            </a:extLst>
          </p:cNvPr>
          <p:cNvSpPr/>
          <p:nvPr/>
        </p:nvSpPr>
        <p:spPr>
          <a:xfrm>
            <a:off x="4977993" y="1658828"/>
            <a:ext cx="1606286" cy="838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01.03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(Main Menu)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133;p14">
            <a:extLst>
              <a:ext uri="{FF2B5EF4-FFF2-40B4-BE49-F238E27FC236}">
                <a16:creationId xmlns:a16="http://schemas.microsoft.com/office/drawing/2014/main" id="{70AB5D46-9755-40FC-9786-EDC23882702C}"/>
              </a:ext>
            </a:extLst>
          </p:cNvPr>
          <p:cNvSpPr/>
          <p:nvPr/>
        </p:nvSpPr>
        <p:spPr>
          <a:xfrm>
            <a:off x="3221018" y="4244085"/>
            <a:ext cx="1330677" cy="80796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05.01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Subscriptions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133;p14">
            <a:extLst>
              <a:ext uri="{FF2B5EF4-FFF2-40B4-BE49-F238E27FC236}">
                <a16:creationId xmlns:a16="http://schemas.microsoft.com/office/drawing/2014/main" id="{DBA6F452-8C29-4F7A-9590-E3EDC9EFF778}"/>
              </a:ext>
            </a:extLst>
          </p:cNvPr>
          <p:cNvSpPr/>
          <p:nvPr/>
        </p:nvSpPr>
        <p:spPr>
          <a:xfrm>
            <a:off x="4645752" y="4256446"/>
            <a:ext cx="1261179" cy="75295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05.02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Payments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133;p14">
            <a:extLst>
              <a:ext uri="{FF2B5EF4-FFF2-40B4-BE49-F238E27FC236}">
                <a16:creationId xmlns:a16="http://schemas.microsoft.com/office/drawing/2014/main" id="{10DF8CDA-B02B-4D6A-8C1D-06F6EE6E6A67}"/>
              </a:ext>
            </a:extLst>
          </p:cNvPr>
          <p:cNvSpPr/>
          <p:nvPr/>
        </p:nvSpPr>
        <p:spPr>
          <a:xfrm>
            <a:off x="7030792" y="4245819"/>
            <a:ext cx="1330677" cy="76347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04.01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Resources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133;p14">
            <a:extLst>
              <a:ext uri="{FF2B5EF4-FFF2-40B4-BE49-F238E27FC236}">
                <a16:creationId xmlns:a16="http://schemas.microsoft.com/office/drawing/2014/main" id="{CF505BD8-8852-4717-8B47-FC358DE006DB}"/>
              </a:ext>
            </a:extLst>
          </p:cNvPr>
          <p:cNvSpPr/>
          <p:nvPr/>
        </p:nvSpPr>
        <p:spPr>
          <a:xfrm>
            <a:off x="7411045" y="2497028"/>
            <a:ext cx="1237656" cy="65444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04.03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policies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B8585-9342-4D15-A4CE-E2919A4BF016}"/>
              </a:ext>
            </a:extLst>
          </p:cNvPr>
          <p:cNvSpPr/>
          <p:nvPr/>
        </p:nvSpPr>
        <p:spPr>
          <a:xfrm>
            <a:off x="172861" y="4703967"/>
            <a:ext cx="1250910" cy="21059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 Bank Accounts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9B99EAE-1FC9-4444-A24F-3B4B46F3C332}"/>
              </a:ext>
            </a:extLst>
          </p:cNvPr>
          <p:cNvSpPr/>
          <p:nvPr/>
        </p:nvSpPr>
        <p:spPr>
          <a:xfrm>
            <a:off x="121065" y="6244224"/>
            <a:ext cx="1250910" cy="21059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D9 Currency Trace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5EAEA06-F359-4716-A05E-87AA995A3E6F}"/>
              </a:ext>
            </a:extLst>
          </p:cNvPr>
          <p:cNvSpPr/>
          <p:nvPr/>
        </p:nvSpPr>
        <p:spPr>
          <a:xfrm>
            <a:off x="1546810" y="4706434"/>
            <a:ext cx="1250910" cy="21059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D3 Transactions 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7467AC0-603A-42BA-8973-C2B299011248}"/>
              </a:ext>
            </a:extLst>
          </p:cNvPr>
          <p:cNvSpPr/>
          <p:nvPr/>
        </p:nvSpPr>
        <p:spPr>
          <a:xfrm>
            <a:off x="1817285" y="6244223"/>
            <a:ext cx="1250910" cy="21059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D11 Reports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A44AA0F-EC01-46F4-B417-8F0E32BAECC5}"/>
              </a:ext>
            </a:extLst>
          </p:cNvPr>
          <p:cNvSpPr/>
          <p:nvPr/>
        </p:nvSpPr>
        <p:spPr>
          <a:xfrm>
            <a:off x="6096868" y="4463348"/>
            <a:ext cx="755240" cy="195779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 User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5B0820-3229-46BC-8C10-3539C1CCAFF5}"/>
              </a:ext>
            </a:extLst>
          </p:cNvPr>
          <p:cNvSpPr/>
          <p:nvPr/>
        </p:nvSpPr>
        <p:spPr>
          <a:xfrm>
            <a:off x="3789246" y="5471363"/>
            <a:ext cx="993895" cy="2546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D4  Documents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BD0220F-B1B5-4624-BE21-6650D1C2F8A5}"/>
              </a:ext>
            </a:extLst>
          </p:cNvPr>
          <p:cNvSpPr/>
          <p:nvPr/>
        </p:nvSpPr>
        <p:spPr>
          <a:xfrm>
            <a:off x="6226407" y="5468936"/>
            <a:ext cx="987431" cy="2546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D6 Subscriptions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67FF603-4439-4FA1-B0BD-8DC71AA928FA}"/>
              </a:ext>
            </a:extLst>
          </p:cNvPr>
          <p:cNvSpPr/>
          <p:nvPr/>
        </p:nvSpPr>
        <p:spPr>
          <a:xfrm>
            <a:off x="5070635" y="5468936"/>
            <a:ext cx="987431" cy="2546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D5 Notifications </a:t>
            </a:r>
          </a:p>
        </p:txBody>
      </p:sp>
      <p:sp>
        <p:nvSpPr>
          <p:cNvPr id="79" name="Google Shape;133;p14">
            <a:extLst>
              <a:ext uri="{FF2B5EF4-FFF2-40B4-BE49-F238E27FC236}">
                <a16:creationId xmlns:a16="http://schemas.microsoft.com/office/drawing/2014/main" id="{705475C1-C0CB-4052-AF56-014336774EAC}"/>
              </a:ext>
            </a:extLst>
          </p:cNvPr>
          <p:cNvSpPr/>
          <p:nvPr/>
        </p:nvSpPr>
        <p:spPr>
          <a:xfrm>
            <a:off x="9174377" y="2516293"/>
            <a:ext cx="1237656" cy="65444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03.04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Engagement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133;p14">
            <a:extLst>
              <a:ext uri="{FF2B5EF4-FFF2-40B4-BE49-F238E27FC236}">
                <a16:creationId xmlns:a16="http://schemas.microsoft.com/office/drawing/2014/main" id="{F20FCDDD-D37A-4AA1-8BE0-BB682E722134}"/>
              </a:ext>
            </a:extLst>
          </p:cNvPr>
          <p:cNvSpPr/>
          <p:nvPr/>
        </p:nvSpPr>
        <p:spPr>
          <a:xfrm>
            <a:off x="10801706" y="2516293"/>
            <a:ext cx="1237656" cy="65444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7B7B7"/>
              </a:gs>
              <a:gs pos="50000">
                <a:srgbClr val="D2D2D2"/>
              </a:gs>
              <a:gs pos="100000">
                <a:srgbClr val="E8E8E8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05.03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Handle User Requests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0DBBEB-43AF-4EF8-8684-8472E9FEBE30}"/>
              </a:ext>
            </a:extLst>
          </p:cNvPr>
          <p:cNvSpPr/>
          <p:nvPr/>
        </p:nvSpPr>
        <p:spPr>
          <a:xfrm>
            <a:off x="7109847" y="3483719"/>
            <a:ext cx="928825" cy="34193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D7 Compliance Policies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8DCD4D0-5DD5-431D-8C59-235B1EF27A09}"/>
              </a:ext>
            </a:extLst>
          </p:cNvPr>
          <p:cNvSpPr/>
          <p:nvPr/>
        </p:nvSpPr>
        <p:spPr>
          <a:xfrm>
            <a:off x="8361469" y="3483720"/>
            <a:ext cx="833358" cy="34499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D10 Engagement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D25587B-C656-4409-856A-1DB7B2BDC99C}"/>
              </a:ext>
            </a:extLst>
          </p:cNvPr>
          <p:cNvSpPr/>
          <p:nvPr/>
        </p:nvSpPr>
        <p:spPr>
          <a:xfrm>
            <a:off x="9730595" y="3483719"/>
            <a:ext cx="1071111" cy="369819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D12 Users Requests 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95F80DD-DEDA-47C3-B9C8-88BD4BB3EDC0}"/>
              </a:ext>
            </a:extLst>
          </p:cNvPr>
          <p:cNvSpPr/>
          <p:nvPr/>
        </p:nvSpPr>
        <p:spPr>
          <a:xfrm>
            <a:off x="10941090" y="3483719"/>
            <a:ext cx="1250910" cy="35207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D13 Lessons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6D2EBD-A85C-401D-A38B-DE8B3982B827}"/>
              </a:ext>
            </a:extLst>
          </p:cNvPr>
          <p:cNvCxnSpPr>
            <a:stCxn id="4" idx="2"/>
            <a:endCxn id="32" idx="0"/>
          </p:cNvCxnSpPr>
          <p:nvPr/>
        </p:nvCxnSpPr>
        <p:spPr>
          <a:xfrm>
            <a:off x="798316" y="4914560"/>
            <a:ext cx="1" cy="31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58AB8D-F89F-4BE2-8DA5-235BCDA40511}"/>
              </a:ext>
            </a:extLst>
          </p:cNvPr>
          <p:cNvCxnSpPr>
            <a:stCxn id="32" idx="2"/>
          </p:cNvCxnSpPr>
          <p:nvPr/>
        </p:nvCxnSpPr>
        <p:spPr>
          <a:xfrm flipH="1">
            <a:off x="798316" y="6070882"/>
            <a:ext cx="1" cy="17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39E856-3DBB-4E1E-8476-F88CF062347D}"/>
              </a:ext>
            </a:extLst>
          </p:cNvPr>
          <p:cNvCxnSpPr>
            <a:stCxn id="72" idx="2"/>
          </p:cNvCxnSpPr>
          <p:nvPr/>
        </p:nvCxnSpPr>
        <p:spPr>
          <a:xfrm flipH="1">
            <a:off x="1423771" y="4917027"/>
            <a:ext cx="748494" cy="332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CEA103-EF90-48F5-9C53-99B972D506D6}"/>
              </a:ext>
            </a:extLst>
          </p:cNvPr>
          <p:cNvCxnSpPr>
            <a:stCxn id="133" idx="2"/>
            <a:endCxn id="73" idx="0"/>
          </p:cNvCxnSpPr>
          <p:nvPr/>
        </p:nvCxnSpPr>
        <p:spPr>
          <a:xfrm flipH="1">
            <a:off x="2442740" y="6087448"/>
            <a:ext cx="1" cy="156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4923AB4-646C-402F-8A13-E6F1A2CBE716}"/>
              </a:ext>
            </a:extLst>
          </p:cNvPr>
          <p:cNvCxnSpPr/>
          <p:nvPr/>
        </p:nvCxnSpPr>
        <p:spPr>
          <a:xfrm>
            <a:off x="2442740" y="4914560"/>
            <a:ext cx="209020" cy="334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5C44D20-F7BB-4D12-A28F-4CA76EDB4A9D}"/>
              </a:ext>
            </a:extLst>
          </p:cNvPr>
          <p:cNvCxnSpPr>
            <a:stCxn id="34" idx="2"/>
            <a:endCxn id="76" idx="0"/>
          </p:cNvCxnSpPr>
          <p:nvPr/>
        </p:nvCxnSpPr>
        <p:spPr>
          <a:xfrm>
            <a:off x="3886357" y="5052052"/>
            <a:ext cx="2833766" cy="41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8330E93-ADF3-44DC-BD35-44CF88D50308}"/>
              </a:ext>
            </a:extLst>
          </p:cNvPr>
          <p:cNvCxnSpPr>
            <a:cxnSpLocks/>
            <a:stCxn id="35" idx="2"/>
            <a:endCxn id="77" idx="0"/>
          </p:cNvCxnSpPr>
          <p:nvPr/>
        </p:nvCxnSpPr>
        <p:spPr>
          <a:xfrm>
            <a:off x="5276342" y="5009398"/>
            <a:ext cx="288009" cy="459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1EE8889-CCFA-4C17-B860-FF4C8C91FC26}"/>
              </a:ext>
            </a:extLst>
          </p:cNvPr>
          <p:cNvCxnSpPr>
            <a:stCxn id="36" idx="1"/>
            <a:endCxn id="75" idx="0"/>
          </p:cNvCxnSpPr>
          <p:nvPr/>
        </p:nvCxnSpPr>
        <p:spPr>
          <a:xfrm flipH="1">
            <a:off x="4286194" y="4627558"/>
            <a:ext cx="2744598" cy="843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C5BD910-DA48-453E-8B27-8D89D168E676}"/>
              </a:ext>
            </a:extLst>
          </p:cNvPr>
          <p:cNvCxnSpPr>
            <a:stCxn id="35" idx="3"/>
          </p:cNvCxnSpPr>
          <p:nvPr/>
        </p:nvCxnSpPr>
        <p:spPr>
          <a:xfrm>
            <a:off x="5906931" y="4632922"/>
            <a:ext cx="983754" cy="836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544A561-EB28-455A-97AC-1862BF2D15B4}"/>
              </a:ext>
            </a:extLst>
          </p:cNvPr>
          <p:cNvCxnSpPr>
            <a:stCxn id="36" idx="3"/>
            <a:endCxn id="85" idx="2"/>
          </p:cNvCxnSpPr>
          <p:nvPr/>
        </p:nvCxnSpPr>
        <p:spPr>
          <a:xfrm flipV="1">
            <a:off x="8361469" y="3835792"/>
            <a:ext cx="3205076" cy="791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509E48C-671A-4EC3-AABF-72966705DFF1}"/>
              </a:ext>
            </a:extLst>
          </p:cNvPr>
          <p:cNvCxnSpPr>
            <a:stCxn id="37" idx="2"/>
            <a:endCxn id="82" idx="0"/>
          </p:cNvCxnSpPr>
          <p:nvPr/>
        </p:nvCxnSpPr>
        <p:spPr>
          <a:xfrm flipH="1">
            <a:off x="7574260" y="3151476"/>
            <a:ext cx="455613" cy="33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1452E30-E101-47A5-BFC0-67F7A2B8012D}"/>
              </a:ext>
            </a:extLst>
          </p:cNvPr>
          <p:cNvCxnSpPr>
            <a:cxnSpLocks/>
            <a:stCxn id="79" idx="2"/>
            <a:endCxn id="83" idx="0"/>
          </p:cNvCxnSpPr>
          <p:nvPr/>
        </p:nvCxnSpPr>
        <p:spPr>
          <a:xfrm flipH="1">
            <a:off x="8778148" y="3170741"/>
            <a:ext cx="1015057" cy="312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5C240B2-46D9-4442-9E78-5E9A628B55DD}"/>
              </a:ext>
            </a:extLst>
          </p:cNvPr>
          <p:cNvCxnSpPr>
            <a:stCxn id="80" idx="2"/>
            <a:endCxn id="84" idx="0"/>
          </p:cNvCxnSpPr>
          <p:nvPr/>
        </p:nvCxnSpPr>
        <p:spPr>
          <a:xfrm flipH="1">
            <a:off x="10266151" y="3170741"/>
            <a:ext cx="1154383" cy="312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CC70641-2080-449E-8B0E-43933F91537F}"/>
              </a:ext>
            </a:extLst>
          </p:cNvPr>
          <p:cNvSpPr/>
          <p:nvPr/>
        </p:nvSpPr>
        <p:spPr>
          <a:xfrm>
            <a:off x="6940327" y="1416045"/>
            <a:ext cx="1250910" cy="21059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D8 Tax Forms 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B1F7C1C-9914-44A3-B007-CD0329BE92A8}"/>
              </a:ext>
            </a:extLst>
          </p:cNvPr>
          <p:cNvCxnSpPr>
            <a:stCxn id="33" idx="3"/>
            <a:endCxn id="104" idx="1"/>
          </p:cNvCxnSpPr>
          <p:nvPr/>
        </p:nvCxnSpPr>
        <p:spPr>
          <a:xfrm flipV="1">
            <a:off x="6584279" y="1521342"/>
            <a:ext cx="356048" cy="556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05DAE64-6DE8-4348-B4E8-FC41E9C3B8F0}"/>
              </a:ext>
            </a:extLst>
          </p:cNvPr>
          <p:cNvCxnSpPr>
            <a:stCxn id="104" idx="2"/>
            <a:endCxn id="37" idx="0"/>
          </p:cNvCxnSpPr>
          <p:nvPr/>
        </p:nvCxnSpPr>
        <p:spPr>
          <a:xfrm>
            <a:off x="7565782" y="1626638"/>
            <a:ext cx="464091" cy="870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17CD2B9C-FC34-44ED-8066-665B34BBF4BA}"/>
              </a:ext>
            </a:extLst>
          </p:cNvPr>
          <p:cNvCxnSpPr>
            <a:stCxn id="104" idx="2"/>
            <a:endCxn id="83" idx="0"/>
          </p:cNvCxnSpPr>
          <p:nvPr/>
        </p:nvCxnSpPr>
        <p:spPr>
          <a:xfrm rot="16200000" flipH="1">
            <a:off x="7243424" y="1948996"/>
            <a:ext cx="1857082" cy="1212366"/>
          </a:xfrm>
          <a:prstGeom prst="bentConnector3">
            <a:avLst>
              <a:gd name="adj1" fmla="val 2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DCF5ED4-B143-4020-B966-4D066A2B721E}"/>
              </a:ext>
            </a:extLst>
          </p:cNvPr>
          <p:cNvCxnSpPr>
            <a:stCxn id="104" idx="3"/>
            <a:endCxn id="79" idx="0"/>
          </p:cNvCxnSpPr>
          <p:nvPr/>
        </p:nvCxnSpPr>
        <p:spPr>
          <a:xfrm>
            <a:off x="8191237" y="1521342"/>
            <a:ext cx="1601968" cy="99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1B9F3C4-1B32-4BFF-BC7E-DDA258077484}"/>
              </a:ext>
            </a:extLst>
          </p:cNvPr>
          <p:cNvCxnSpPr>
            <a:stCxn id="104" idx="3"/>
            <a:endCxn id="80" idx="0"/>
          </p:cNvCxnSpPr>
          <p:nvPr/>
        </p:nvCxnSpPr>
        <p:spPr>
          <a:xfrm>
            <a:off x="8191237" y="1521342"/>
            <a:ext cx="3229297" cy="99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AC2EAB8F-6A7B-4031-9A68-3B89F3952B71}"/>
              </a:ext>
            </a:extLst>
          </p:cNvPr>
          <p:cNvCxnSpPr>
            <a:stCxn id="33" idx="1"/>
            <a:endCxn id="32" idx="1"/>
          </p:cNvCxnSpPr>
          <p:nvPr/>
        </p:nvCxnSpPr>
        <p:spPr>
          <a:xfrm rot="10800000" flipV="1">
            <a:off x="126649" y="2077928"/>
            <a:ext cx="4851345" cy="3573854"/>
          </a:xfrm>
          <a:prstGeom prst="bentConnector3">
            <a:avLst>
              <a:gd name="adj1" fmla="val 1021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6F17B05-B417-45F1-B077-250DFF335CFA}"/>
              </a:ext>
            </a:extLst>
          </p:cNvPr>
          <p:cNvCxnSpPr>
            <a:stCxn id="33" idx="1"/>
            <a:endCxn id="72" idx="0"/>
          </p:cNvCxnSpPr>
          <p:nvPr/>
        </p:nvCxnSpPr>
        <p:spPr>
          <a:xfrm flipH="1">
            <a:off x="2172265" y="2077928"/>
            <a:ext cx="2805728" cy="2628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853B70BF-002D-4E61-B4B2-6E9F4E620B03}"/>
              </a:ext>
            </a:extLst>
          </p:cNvPr>
          <p:cNvCxnSpPr>
            <a:stCxn id="33" idx="1"/>
            <a:endCxn id="133" idx="3"/>
          </p:cNvCxnSpPr>
          <p:nvPr/>
        </p:nvCxnSpPr>
        <p:spPr>
          <a:xfrm rot="10800000" flipV="1">
            <a:off x="3108079" y="2077928"/>
            <a:ext cx="1869914" cy="3590420"/>
          </a:xfrm>
          <a:prstGeom prst="bentConnector3">
            <a:avLst>
              <a:gd name="adj1" fmla="val 9509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925B489-BCAC-4F7B-A9C1-DCD759AA9A29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 flipH="1">
            <a:off x="3886357" y="2497028"/>
            <a:ext cx="1894779" cy="1747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611ECA73-D9C3-4F35-A9C4-7BBDE73E4863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 flipH="1">
            <a:off x="5276342" y="2497028"/>
            <a:ext cx="504794" cy="1759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8E46B50-A660-4B03-A7C4-BE0860D09953}"/>
              </a:ext>
            </a:extLst>
          </p:cNvPr>
          <p:cNvCxnSpPr>
            <a:stCxn id="33" idx="2"/>
            <a:endCxn id="74" idx="0"/>
          </p:cNvCxnSpPr>
          <p:nvPr/>
        </p:nvCxnSpPr>
        <p:spPr>
          <a:xfrm>
            <a:off x="5781136" y="2497028"/>
            <a:ext cx="693352" cy="1966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9A68413-7476-4191-93B9-A260CD06B608}"/>
              </a:ext>
            </a:extLst>
          </p:cNvPr>
          <p:cNvCxnSpPr>
            <a:stCxn id="33" idx="2"/>
            <a:endCxn id="36" idx="1"/>
          </p:cNvCxnSpPr>
          <p:nvPr/>
        </p:nvCxnSpPr>
        <p:spPr>
          <a:xfrm>
            <a:off x="5781136" y="2497028"/>
            <a:ext cx="1249656" cy="2130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CECB413-B164-4026-BBDD-48BF61C26BA0}"/>
              </a:ext>
            </a:extLst>
          </p:cNvPr>
          <p:cNvSpPr txBox="1"/>
          <p:nvPr/>
        </p:nvSpPr>
        <p:spPr>
          <a:xfrm>
            <a:off x="746520" y="1895706"/>
            <a:ext cx="13079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Insights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C317673-582F-458A-8E92-1AB3804C16E9}"/>
              </a:ext>
            </a:extLst>
          </p:cNvPr>
          <p:cNvSpPr txBox="1"/>
          <p:nvPr/>
        </p:nvSpPr>
        <p:spPr>
          <a:xfrm rot="5400000">
            <a:off x="2898599" y="2720407"/>
            <a:ext cx="816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Data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93DE80C-3103-4EE6-B0BC-718EF002683A}"/>
              </a:ext>
            </a:extLst>
          </p:cNvPr>
          <p:cNvSpPr txBox="1"/>
          <p:nvPr/>
        </p:nvSpPr>
        <p:spPr>
          <a:xfrm rot="19121235">
            <a:off x="4143015" y="3138418"/>
            <a:ext cx="13306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Status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A897B30-198B-4BF5-9E6D-51225D37E100}"/>
              </a:ext>
            </a:extLst>
          </p:cNvPr>
          <p:cNvSpPr txBox="1"/>
          <p:nvPr/>
        </p:nvSpPr>
        <p:spPr>
          <a:xfrm rot="17280443">
            <a:off x="4987662" y="3283828"/>
            <a:ext cx="863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10917ED-F6DE-4F3D-9C24-09F2F4111C3E}"/>
              </a:ext>
            </a:extLst>
          </p:cNvPr>
          <p:cNvSpPr txBox="1"/>
          <p:nvPr/>
        </p:nvSpPr>
        <p:spPr>
          <a:xfrm rot="3587615">
            <a:off x="6050373" y="3358058"/>
            <a:ext cx="847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346DC36-9CCE-4207-ADB7-26F3109B94A4}"/>
              </a:ext>
            </a:extLst>
          </p:cNvPr>
          <p:cNvSpPr txBox="1"/>
          <p:nvPr/>
        </p:nvSpPr>
        <p:spPr>
          <a:xfrm rot="3662227">
            <a:off x="7568629" y="1895705"/>
            <a:ext cx="6197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97153B0-B945-432E-9754-8049635F6FE6}"/>
              </a:ext>
            </a:extLst>
          </p:cNvPr>
          <p:cNvSpPr txBox="1"/>
          <p:nvPr/>
        </p:nvSpPr>
        <p:spPr>
          <a:xfrm rot="1910191">
            <a:off x="8924580" y="2010234"/>
            <a:ext cx="832704" cy="246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DCBD7E8-A16E-4845-84C4-C9A8BD1CABD8}"/>
              </a:ext>
            </a:extLst>
          </p:cNvPr>
          <p:cNvSpPr txBox="1"/>
          <p:nvPr/>
        </p:nvSpPr>
        <p:spPr>
          <a:xfrm rot="1071012">
            <a:off x="9928644" y="2043064"/>
            <a:ext cx="1250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3156521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351</Words>
  <Application>Microsoft Office PowerPoint</Application>
  <PresentationFormat>Widescreen</PresentationFormat>
  <Paragraphs>190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Suhaas Vinay</dc:creator>
  <cp:lastModifiedBy>Suhaas Vinay</cp:lastModifiedBy>
  <cp:revision>18</cp:revision>
  <dcterms:modified xsi:type="dcterms:W3CDTF">2025-11-23T01:17:53Z</dcterms:modified>
</cp:coreProperties>
</file>